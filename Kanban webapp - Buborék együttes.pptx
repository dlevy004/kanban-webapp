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5"/>
  </p:notesMasterIdLst>
  <p:handoutMasterIdLst>
    <p:handoutMasterId r:id="rId46"/>
  </p:handoutMasterIdLst>
  <p:sldIdLst>
    <p:sldId id="258" r:id="rId2"/>
    <p:sldId id="259" r:id="rId3"/>
    <p:sldId id="290" r:id="rId4"/>
    <p:sldId id="260" r:id="rId5"/>
    <p:sldId id="268" r:id="rId6"/>
    <p:sldId id="261" r:id="rId7"/>
    <p:sldId id="266" r:id="rId8"/>
    <p:sldId id="291" r:id="rId9"/>
    <p:sldId id="262" r:id="rId10"/>
    <p:sldId id="263" r:id="rId11"/>
    <p:sldId id="264" r:id="rId12"/>
    <p:sldId id="292" r:id="rId13"/>
    <p:sldId id="293" r:id="rId14"/>
    <p:sldId id="267" r:id="rId15"/>
    <p:sldId id="294" r:id="rId16"/>
    <p:sldId id="269" r:id="rId17"/>
    <p:sldId id="270" r:id="rId18"/>
    <p:sldId id="271" r:id="rId19"/>
    <p:sldId id="272" r:id="rId20"/>
    <p:sldId id="273" r:id="rId21"/>
    <p:sldId id="274" r:id="rId22"/>
    <p:sldId id="295" r:id="rId23"/>
    <p:sldId id="296" r:id="rId24"/>
    <p:sldId id="297" r:id="rId25"/>
    <p:sldId id="298" r:id="rId26"/>
    <p:sldId id="275" r:id="rId27"/>
    <p:sldId id="299" r:id="rId28"/>
    <p:sldId id="277" r:id="rId29"/>
    <p:sldId id="278" r:id="rId30"/>
    <p:sldId id="279" r:id="rId31"/>
    <p:sldId id="280" r:id="rId32"/>
    <p:sldId id="281" r:id="rId33"/>
    <p:sldId id="282" r:id="rId34"/>
    <p:sldId id="300" r:id="rId35"/>
    <p:sldId id="283" r:id="rId36"/>
    <p:sldId id="284" r:id="rId37"/>
    <p:sldId id="302" r:id="rId38"/>
    <p:sldId id="285" r:id="rId39"/>
    <p:sldId id="287" r:id="rId40"/>
    <p:sldId id="301" r:id="rId41"/>
    <p:sldId id="288" r:id="rId42"/>
    <p:sldId id="303" r:id="rId43"/>
    <p:sldId id="289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F116E3-B540-92BE-67DA-E6EFA372FD37}" v="290" dt="2025-12-06T20:24:49.5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53" autoAdjust="0"/>
    <p:restoredTop sz="94660"/>
  </p:normalViewPr>
  <p:slideViewPr>
    <p:cSldViewPr snapToGrid="0">
      <p:cViewPr varScale="1">
        <p:scale>
          <a:sx n="80" d="100"/>
          <a:sy n="80" d="100"/>
        </p:scale>
        <p:origin x="88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pPr/>
              <a:t>2025. 12. 08.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pPr/>
              <a:t>2025. 12. 08.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pPr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44357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pPr/>
              <a:t>38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72755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EE485E7-7D6D-4CB0-A3AD-261D97B2E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A55E3208-F0C4-4962-8946-065C94F89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id="{4FAE17D3-C2DC-4665-AF20-33C5BACD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id="{7021C573-B3FF-44B8-A5DE-AB39E9AA6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id="{50B0CCD4-E9B0-43B2-806F-05EDF57A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59479"/>
          </a:xfrm>
        </p:spPr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933" y="5326365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388" y="3719594"/>
            <a:ext cx="3067478" cy="1448002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54" y="2522080"/>
            <a:ext cx="3278482" cy="1418277"/>
          </a:xfrm>
          <a:prstGeom prst="rect">
            <a:avLst/>
          </a:prstGeom>
        </p:spPr>
      </p:pic>
      <p:pic>
        <p:nvPicPr>
          <p:cNvPr id="4" name="Kép 3" descr="A képen szöveg, képernyőkép, multimédia látható&#10;&#10;Lehet, hogy az AI által létrehozott tartalom helytelen.">
            <a:extLst>
              <a:ext uri="{FF2B5EF4-FFF2-40B4-BE49-F238E27FC236}">
                <a16:creationId xmlns:a16="http://schemas.microsoft.com/office/drawing/2014/main" id="{DF41EF3A-3453-5B4B-528E-A21BDFC49D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21" y="4092090"/>
            <a:ext cx="3190875" cy="2590800"/>
          </a:xfrm>
          <a:prstGeom prst="rect">
            <a:avLst/>
          </a:prstGeom>
        </p:spPr>
      </p:pic>
      <p:pic>
        <p:nvPicPr>
          <p:cNvPr id="5" name="Kép 4" descr="A képen szöveg, képernyőkép, multimédia látható&#10;&#10;Lehet, hogy az AI által létrehozott tartalom helytelen.">
            <a:extLst>
              <a:ext uri="{FF2B5EF4-FFF2-40B4-BE49-F238E27FC236}">
                <a16:creationId xmlns:a16="http://schemas.microsoft.com/office/drawing/2014/main" id="{D45A65B9-52BA-4D12-1072-531089158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9429" y="4076949"/>
            <a:ext cx="3133725" cy="2533650"/>
          </a:xfrm>
          <a:prstGeom prst="rect">
            <a:avLst/>
          </a:prstGeom>
        </p:spPr>
      </p:pic>
      <p:pic>
        <p:nvPicPr>
          <p:cNvPr id="6" name="Kép 5" descr="A képen szöveg, képernyőkép, multimédia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D6972E51-27F1-EA81-5CEE-39A923D66D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1953" y="2468112"/>
            <a:ext cx="3181350" cy="1466850"/>
          </a:xfrm>
          <a:prstGeom prst="rect">
            <a:avLst/>
          </a:prstGeom>
        </p:spPr>
      </p:pic>
      <p:pic>
        <p:nvPicPr>
          <p:cNvPr id="8" name="Kép 7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AE6DB562-89EA-DF6C-DFDE-9283986F0D9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4054" r="12162" b="-1083"/>
          <a:stretch>
            <a:fillRect/>
          </a:stretch>
        </p:blipFill>
        <p:spPr>
          <a:xfrm>
            <a:off x="8686586" y="433031"/>
            <a:ext cx="2815153" cy="3194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B46F62-1A57-5983-2380-8234D9D93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Management</a:t>
            </a:r>
          </a:p>
          <a:p>
            <a:endParaRPr lang="hu-HU" dirty="0"/>
          </a:p>
        </p:txBody>
      </p:sp>
      <p:pic>
        <p:nvPicPr>
          <p:cNvPr id="4" name="Kép 3" descr="A képen szöveg, képernyőkép, szoftver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0CE5DBA-A1D6-2558-BD72-D198CEAE6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871" y="1613246"/>
            <a:ext cx="4705350" cy="2457450"/>
          </a:xfrm>
          <a:prstGeom prst="rect">
            <a:avLst/>
          </a:prstGeom>
        </p:spPr>
      </p:pic>
      <p:pic>
        <p:nvPicPr>
          <p:cNvPr id="5" name="Kép 4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27F74772-25D0-BA3E-617B-A3718BFDA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44" y="1950597"/>
            <a:ext cx="5090330" cy="1471825"/>
          </a:xfrm>
          <a:prstGeom prst="rect">
            <a:avLst/>
          </a:prstGeom>
        </p:spPr>
      </p:pic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B6ED6F96-F8FB-F1F2-CB1E-D01E960CC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683" y="5526332"/>
            <a:ext cx="4429125" cy="1057275"/>
          </a:xfrm>
          <a:prstGeom prst="rect">
            <a:avLst/>
          </a:prstGeom>
        </p:spPr>
      </p:pic>
      <p:pic>
        <p:nvPicPr>
          <p:cNvPr id="7" name="Kép 6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6CEB9145-23B1-A070-6972-082CC8388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31" y="3531209"/>
            <a:ext cx="5078292" cy="1049949"/>
          </a:xfrm>
          <a:prstGeom prst="rect">
            <a:avLst/>
          </a:prstGeom>
        </p:spPr>
      </p:pic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16D53964-D552-5B19-E65F-E2659D1980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157" y="4784112"/>
            <a:ext cx="5088549" cy="1803157"/>
          </a:xfrm>
          <a:prstGeom prst="rect">
            <a:avLst/>
          </a:prstGeom>
        </p:spPr>
      </p:pic>
      <p:pic>
        <p:nvPicPr>
          <p:cNvPr id="10" name="Kép 9" descr="A képen szöveg, képernyőkép, Betűtípus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3B757F7B-301B-5E38-57D8-6905EF82CC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633" y="4193564"/>
            <a:ext cx="522922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7007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</a:p>
          <a:p>
            <a:pPr lvl="1"/>
            <a:r>
              <a:rPr lang="hu-HU" dirty="0"/>
              <a:t>Egységtesztelés: </a:t>
            </a:r>
            <a:r>
              <a:rPr lang="hu-HU" dirty="0" err="1"/>
              <a:t>Jest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96424764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26B396-4F63-E37D-2073-6DBF5A62D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B0CC2F-BDD1-D484-A889-A548C6244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Bejelentkezés / regisztráció - Backend, frontend</a:t>
            </a:r>
          </a:p>
          <a:p>
            <a:r>
              <a:rPr lang="hu-HU" dirty="0" err="1"/>
              <a:t>Board</a:t>
            </a:r>
            <a:r>
              <a:rPr lang="hu-HU" dirty="0"/>
              <a:t> – Frontend </a:t>
            </a:r>
            <a:r>
              <a:rPr lang="hu-HU" dirty="0" err="1"/>
              <a:t>mock</a:t>
            </a:r>
            <a:r>
              <a:rPr lang="hu-HU" dirty="0"/>
              <a:t> adatokkal, backend alapok</a:t>
            </a:r>
          </a:p>
          <a:p>
            <a:r>
              <a:rPr lang="hu-HU" dirty="0" err="1"/>
              <a:t>Task</a:t>
            </a:r>
            <a:r>
              <a:rPr lang="hu-HU" dirty="0"/>
              <a:t> – Frontend, backend alapok</a:t>
            </a:r>
          </a:p>
          <a:p>
            <a:r>
              <a:rPr lang="hu-HU" err="1"/>
              <a:t>Darkmode</a:t>
            </a:r>
            <a:r>
              <a:rPr lang="hu-HU" dirty="0"/>
              <a:t> színek javítása</a:t>
            </a:r>
          </a:p>
          <a:p>
            <a:r>
              <a:rPr lang="hu-HU" dirty="0" err="1"/>
              <a:t>Profile</a:t>
            </a:r>
            <a:r>
              <a:rPr lang="hu-HU" dirty="0"/>
              <a:t> oldal – backend</a:t>
            </a:r>
          </a:p>
          <a:p>
            <a:r>
              <a:rPr lang="hu-HU" dirty="0"/>
              <a:t>Egységtesztek megírása saját funkciókhoz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49441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pic>
        <p:nvPicPr>
          <p:cNvPr id="5" name="Kép 4" descr="A képen szöveg, képernyőkép, szoftver, Számítógépes ikon látható&#10;&#10;Lehet, hogy az AI által létrehozott tartalom helytelen.">
            <a:extLst>
              <a:ext uri="{FF2B5EF4-FFF2-40B4-BE49-F238E27FC236}">
                <a16:creationId xmlns:a16="http://schemas.microsoft.com/office/drawing/2014/main" id="{FDA896AB-95F0-01B7-58C4-F87EA6CFE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031" y="1326934"/>
            <a:ext cx="10128739" cy="534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31812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pic>
        <p:nvPicPr>
          <p:cNvPr id="3" name="Kép 2" descr="A képen szöveg, képernyőkép, szoftver, Számítógépes ikon látható&#10;&#10;Lehet, hogy az AI által létrehozott tartalom helytelen.">
            <a:extLst>
              <a:ext uri="{FF2B5EF4-FFF2-40B4-BE49-F238E27FC236}">
                <a16:creationId xmlns:a16="http://schemas.microsoft.com/office/drawing/2014/main" id="{3EAEA149-FD4B-C486-6C06-27AE28434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323883"/>
            <a:ext cx="10108407" cy="532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496070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3446405935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E1A329-249F-85D8-8CC6-9930E3C88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A2B01C89-749B-41EE-15F4-3AB73E8388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7854" y="503639"/>
            <a:ext cx="11321162" cy="585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2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ECA124-B97B-5473-763B-0D00B6351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F158AEB3-5142-B0B0-3E60-0AC5B94393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7380" y="444108"/>
            <a:ext cx="11319766" cy="596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619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07F714-EB82-8F09-39BE-2EA2507EA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  <a:p>
            <a:endParaRPr lang="hu-HU" dirty="0"/>
          </a:p>
        </p:txBody>
      </p:sp>
      <p:pic>
        <p:nvPicPr>
          <p:cNvPr id="5" name="Kép 4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F3B441E7-FB21-E733-736D-5AE554D71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081" y="1369218"/>
            <a:ext cx="7391401" cy="548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307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05CFAD9-EABE-4F83-B098-604752164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99610E4-6194-4817-B152-498995E77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885E9F4-7DB6-4B77-B1FF-80BFCE8127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639A2B-C30C-4F6F-B847-6960F3CF8A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D9926FA0-8ED1-4F3A-B23B-FD94D82C7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102CD9-C25A-4A86-B9D3-D7280D914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62F8B-DB53-D69C-19EE-0A453B36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2800"/>
              <a:t>Vlajk Sándor - Management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5C5C9D-063C-AF9D-2862-059BEA52D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33" y="533450"/>
            <a:ext cx="4261962" cy="2994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9383BF8-280F-E773-B719-D67867986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25" y="1071185"/>
            <a:ext cx="2015925" cy="3858231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0676B93-40FB-4FA7-8E89-C24B7B1F8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3799579-8EB9-DC77-CDAC-986F8B3F2A7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63795" y="3885819"/>
            <a:ext cx="4508551" cy="1882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E50A31-341F-5C88-C296-35A974D4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5810" y="1340666"/>
            <a:ext cx="1890344" cy="3319267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509D85C-1896-4695-A144-B562AFC58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D9F55CD-CB1D-4CB9-98D3-2BC602BC4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950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F28EA84-13B4-4494-A4D3-8DE462FF0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BEB1B24-66CE-4D63-A39D-2D1B481DF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6A004-AC9E-F83D-7C6C-8E45C6DDE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Git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8DE337D-1DBA-4536-8145-B43EE65C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88E504C-4007-0FB3-BC00-5FF4F74B5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479" y="1522154"/>
            <a:ext cx="3693150" cy="3067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8C27E6-D0FE-7D3F-0657-BC477A705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354" y="965341"/>
            <a:ext cx="3687168" cy="152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91AA9D-40D6-945F-5458-984FA0DBC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051" y="3900689"/>
            <a:ext cx="3687168" cy="9675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7233926-059A-41AD-A9F2-56552CF4F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13C145E-93D4-481E-92DC-736D9EBA3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204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DDDFD2-F9A9-3A01-FF2A-6CDF8AAF1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– Dokumentáció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11F97F-2AE4-3D9B-35A6-AF80BEF7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47" y="470463"/>
            <a:ext cx="3553338" cy="3856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92CDCE-F939-2C1B-FB2C-35BCFBC61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898" y="890198"/>
            <a:ext cx="3376192" cy="3215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0FFCFC-0AFB-A5C7-E6B7-F9D1DC4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03" y="1278460"/>
            <a:ext cx="4317350" cy="2439301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8495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2D0E6-DFB3-5E17-192B-D3B11F71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CF374-80C3-CBE5-BC73-F12C234A3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7" y="2190530"/>
            <a:ext cx="8630854" cy="3143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C83DBE-18EF-02F8-4CDE-12A988AA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7" y="5504284"/>
            <a:ext cx="3410426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90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FD6D8-D4CB-7D22-6034-0448D726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28A2F4-206A-9FAD-C168-CDB9610FB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4120" y="198045"/>
            <a:ext cx="4106012" cy="30076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8CF25F-105A-EA84-AB38-9B2CDC7B3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249" y="638316"/>
            <a:ext cx="5549025" cy="3079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C5DCCD-B4B3-22CE-2C2A-CC1050E65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846" y="3271561"/>
            <a:ext cx="3386560" cy="1121616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083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5D6E9-FB34-5D4E-D478-F5A8B0E7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Fejlesztés</a:t>
            </a:r>
            <a:endParaRPr lang="en-US" sz="36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CAD100C-B467-C9FA-742C-83A81B896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3173" y="457201"/>
            <a:ext cx="4934512" cy="2689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D188B4-F8EB-7281-F69A-9DE7E48D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216" y="1062951"/>
            <a:ext cx="5517445" cy="297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9158A9-81B7-7204-17BE-FD603E889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686" y="3252392"/>
            <a:ext cx="3429598" cy="125134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7290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1FC96-C873-9343-8DDB-0239A091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br>
              <a:rPr lang="en-US" dirty="0"/>
            </a:br>
            <a:r>
              <a:rPr lang="en-US" sz="2400" dirty="0" err="1"/>
              <a:t>Oszlop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7F6AEF-9FB4-7F52-8FDC-CA1C30DC3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090791"/>
            <a:ext cx="6988629" cy="22624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FCF7AC-96B8-C01C-C101-39184675D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246" y="3222012"/>
            <a:ext cx="4318125" cy="2903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7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891D-79A3-677B-CDAB-20F99A543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br>
              <a:rPr lang="en-US" dirty="0"/>
            </a:br>
            <a:r>
              <a:rPr lang="en-US" sz="2400" dirty="0" err="1"/>
              <a:t>Feladat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A706A0-00B7-9D68-DFE7-FD8BC639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" y="2305030"/>
            <a:ext cx="6712857" cy="27977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88E009-A457-2444-7934-6359C44CE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043" y="2206745"/>
            <a:ext cx="334374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6358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BC92B-4580-542F-4A12-3071E9B09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br>
              <a:rPr lang="en-US" dirty="0"/>
            </a:br>
            <a:r>
              <a:rPr lang="en-US" sz="2400" dirty="0" err="1"/>
              <a:t>Feladat</a:t>
            </a:r>
            <a:r>
              <a:rPr lang="en-US" sz="2400" dirty="0"/>
              <a:t> </a:t>
            </a:r>
            <a:r>
              <a:rPr lang="en-US" sz="2400" dirty="0" err="1"/>
              <a:t>hozzáadás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E4430-7736-AA1C-9DAC-3B5D58EE0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15" y="2420162"/>
            <a:ext cx="3338386" cy="2933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14E037-2D45-2B4A-9449-B34A4B746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807" y="2416495"/>
            <a:ext cx="3338386" cy="29369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82A0D1-E797-AA15-8A6C-0A490251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420" y="2406559"/>
            <a:ext cx="3358065" cy="2960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309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E040CC-8FC4-FF4A-22DF-56CE9AD06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1700"/>
              <a:t>Vlajk Sándor – Fejlesztés</a:t>
            </a:r>
            <a:br>
              <a:rPr lang="en-US" sz="1700"/>
            </a:br>
            <a:r>
              <a:rPr lang="en-US" sz="1700"/>
              <a:t>Drag&amp;Drop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5F6C38-D91D-4804-CE14-3D8AE2205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533" y="1904379"/>
            <a:ext cx="2770632" cy="15197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6F0BA9-F117-85DC-B421-3A6C4A48B5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7749" y="1904378"/>
            <a:ext cx="3453943" cy="15295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FD5589-7C31-38C3-FCF0-C445C32083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308" y="1904378"/>
            <a:ext cx="3608570" cy="1524621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6789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EEA869E1-F851-4A52-92F5-77E592B7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83AD55-8296-44BD-8E14-DD2DDBC35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F46B26-15FC-4C5A-94FA-AE9ED64B5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12F6065-5345-44BD-B66E-5487CCD7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E7ABCFA2-55B0-438C-A39A-637FFC624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BD2C934-710E-4E0E-9ED4-03F07E019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F48F60-BA92-C874-30CC-5ED58A820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5" y="1474969"/>
            <a:ext cx="3026558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Tesztelés</a:t>
            </a:r>
            <a:endParaRPr lang="en-US" sz="3600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D0F4F3-8F5C-421F-9FC1-DB3ED0BF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4009" y="3526496"/>
            <a:ext cx="3023617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4C8A63-DED3-546C-6BEE-CEFFDC8E2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985" y="3109744"/>
            <a:ext cx="7094289" cy="28377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8886C1-6620-95E9-B1BE-EABD49FF3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701" y="159389"/>
            <a:ext cx="7560295" cy="26083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A40572-62E5-460B-AD24-B6628527AC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1D872D4-D7E5-4CD8-9DAC-2BC612F08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810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EA869E1-F851-4A52-92F5-77E592B7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83AD55-8296-44BD-8E14-DD2DDBC35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BF46B26-15FC-4C5A-94FA-AE9ED64B5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12F6065-5345-44BD-B66E-5487CCD7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0B71149-EF12-409B-9E8F-12D4AD678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C566F3-C07E-4D3A-BBEB-E92FCDC70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162D9-3441-3574-1189-C5AC28B43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467" y="802298"/>
            <a:ext cx="5541503" cy="2541431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5400"/>
              <a:t>Vlajk Sándor - Tesztelés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4E45BC-2A88-91B6-108B-BA52F73D6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055" y="931668"/>
            <a:ext cx="4508775" cy="2111370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4628083-088A-4340-9F78-79BB3B772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42924" y="3526496"/>
            <a:ext cx="55361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6EE93CC-9BC8-2FEF-52A3-9B39C51F50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2055" y="3590049"/>
            <a:ext cx="4508775" cy="14494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19E7FDC-6797-4817-820D-2594ED938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9DF5848-4888-4C68-B050-02B3D1032A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5119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Czeitner András - management</a:t>
            </a:r>
          </a:p>
        </p:txBody>
      </p:sp>
      <p:pic>
        <p:nvPicPr>
          <p:cNvPr id="5" name="Picture 12" descr="https://cdn.discordapp.com/attachments/812059683393110017/1439310372174692543/image.png?ex=691a0dbd&amp;is=6918bc3d&amp;hm=2473b7bf2008278831746b824589489045399c33f76371eede42d79fa3eba8a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45688" y="3752470"/>
            <a:ext cx="5951926" cy="2558620"/>
          </a:xfrm>
          <a:prstGeom prst="rect">
            <a:avLst/>
          </a:prstGeom>
          <a:noFill/>
        </p:spPr>
      </p:pic>
      <p:pic>
        <p:nvPicPr>
          <p:cNvPr id="6" name="Picture 18" descr="https://cdn.discordapp.com/attachments/812059683393110017/1439311303293407394/image.png?ex=691a0e9b&amp;is=6918bd1b&amp;hm=b76267a9bd8fa2df8afb55329ccd083691ebc55d7bd545a7cf79ae6182b702a7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738196" y="1454523"/>
            <a:ext cx="4192138" cy="4427075"/>
          </a:xfrm>
          <a:prstGeom prst="rect">
            <a:avLst/>
          </a:prstGeom>
          <a:noFill/>
        </p:spPr>
      </p:pic>
      <p:pic>
        <p:nvPicPr>
          <p:cNvPr id="7" name="Picture 2" descr="https://cdn.discordapp.com/attachments/812059683393110017/1439310147083173888/image.png?ex=691a0d88&amp;is=6918bc08&amp;hm=d9dde2fb7ff6f43b87336b768ad315f76d4e8049f9de17a1e67f0bc5c96e4af5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83184" y="285420"/>
            <a:ext cx="2061495" cy="330316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Czeitner András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34827" name="Picture 1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17362" y="2409735"/>
            <a:ext cx="5981700" cy="3228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828" name="Picture 1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6430" y="2635729"/>
            <a:ext cx="5353050" cy="255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C9703D-C8F9-44AD-A7C0-C2F3871F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1601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Kép 2" descr="A képen szöveg, képernyőkép, menü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1C22A62-A598-64EA-AD0C-853A69A68E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722" y="737347"/>
            <a:ext cx="9370556" cy="538807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93962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Czeitner András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36868" name="Picture 4" descr="https://cdn.discordapp.com/attachments/812059683393110017/1439314057965338706/image.png?ex=691a112c&amp;is=6918bfac&amp;hm=7ba02878b65b24707a6035b4243cccf8454e5cf2085eecb6b93cfa22d6fdcdf3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3983" y="2077111"/>
            <a:ext cx="3839892" cy="3996423"/>
          </a:xfrm>
          <a:prstGeom prst="rect">
            <a:avLst/>
          </a:prstGeom>
          <a:noFill/>
        </p:spPr>
      </p:pic>
      <p:pic>
        <p:nvPicPr>
          <p:cNvPr id="36872" name="Picture 8" descr="https://cdn.discordapp.com/attachments/812059683393110017/1439314568546488421/Implementation-plan.png?ex=691a11a6&amp;is=6918c026&amp;hm=df378b1587e0da09569ce426a4f4a39b126cb5f94e9fae17b2eba004af3646a1&amp;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65675" y="2062389"/>
            <a:ext cx="2806699" cy="3972162"/>
          </a:xfrm>
          <a:prstGeom prst="rect">
            <a:avLst/>
          </a:prstGeom>
          <a:noFill/>
        </p:spPr>
      </p:pic>
      <p:pic>
        <p:nvPicPr>
          <p:cNvPr id="36876" name="Picture 12" descr="https://cdn.discordapp.com/attachments/812059683393110017/1439314778895028354/image.png?ex=691a11d8&amp;is=6918c058&amp;hm=06ee2ab5f547cb8f7e1d96fd117710c01918934c8fe96653ace54ff3062c514c&amp;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934325" y="2047874"/>
            <a:ext cx="3651914" cy="40042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7" name="Kép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1950738"/>
            <a:ext cx="8458200" cy="457545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9" name="Kép 8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B7EA85-C43E-31A2-8BE8-68363AEF1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672" y="1954720"/>
            <a:ext cx="8422656" cy="456227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Czeitner András - fejlesztés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98651" y="1977156"/>
            <a:ext cx="4238625" cy="695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1513" y="2807179"/>
            <a:ext cx="2295525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959670" y="2802418"/>
            <a:ext cx="2390775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432725" y="1953677"/>
            <a:ext cx="6075129" cy="29202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993386" y="3319103"/>
            <a:ext cx="3476625" cy="1323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89253" y="4746057"/>
            <a:ext cx="3381375" cy="124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3293853" y="4984014"/>
            <a:ext cx="1010728" cy="397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7" name="Picture 9"/>
          <p:cNvPicPr>
            <a:picLocks noChangeAspect="1" noChangeArrowheads="1"/>
          </p:cNvPicPr>
          <p:nvPr/>
        </p:nvPicPr>
        <p:blipFill>
          <a:blip r:embed="rId9"/>
          <a:srcRect/>
          <a:stretch>
            <a:fillRect/>
          </a:stretch>
        </p:blipFill>
        <p:spPr bwMode="auto">
          <a:xfrm>
            <a:off x="5436890" y="5042230"/>
            <a:ext cx="5286375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Czeitner András - Tesztelés</a:t>
            </a:r>
          </a:p>
        </p:txBody>
      </p:sp>
      <p:pic>
        <p:nvPicPr>
          <p:cNvPr id="40962" name="Picture 2" descr="https://cdn.discordapp.com/attachments/812059683393110017/1439330769108471859/0b063826-e102-423a-a3f0-da25c2283bb3.png?ex=691a20bc&amp;is=6918cf3c&amp;hm=e7ee6c4f8a61888e1395ca35c86c3d817f192e118aa4ded687a7a4292a37fd26&amp;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01553" y="1943100"/>
            <a:ext cx="5935776" cy="47628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941155" y="3263392"/>
            <a:ext cx="2762250" cy="159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418680"/>
          </a:xfrm>
        </p:spPr>
        <p:txBody>
          <a:bodyPr>
            <a:normAutofit/>
          </a:bodyPr>
          <a:lstStyle/>
          <a:p>
            <a:r>
              <a:rPr lang="hu-HU" sz="3200" dirty="0"/>
              <a:t>Molnár Attila Management 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F5E240A-3213-AB66-3490-B67AB7244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05" y="3588589"/>
            <a:ext cx="3610465" cy="307721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EC6BEF6-417E-4B25-FC15-F9A180853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651" y="2370349"/>
            <a:ext cx="3621419" cy="420812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252F1FA-58E6-8D55-BAC6-75278DAEF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604" y="597102"/>
            <a:ext cx="2554970" cy="307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827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39746" y="1982256"/>
            <a:ext cx="3273099" cy="1169778"/>
          </a:xfrm>
        </p:spPr>
        <p:txBody>
          <a:bodyPr>
            <a:normAutofit/>
          </a:bodyPr>
          <a:lstStyle/>
          <a:p>
            <a:r>
              <a:rPr lang="hu-HU" sz="3200" dirty="0"/>
              <a:t>Molnár Attila Management 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5C90886-F664-4D19-92CB-29FCA12AA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153" y="309405"/>
            <a:ext cx="3467584" cy="225774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ACD22A7-8CA3-611B-A757-400EFD586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153" y="2871184"/>
            <a:ext cx="3373910" cy="379486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D625D1D0-0C1F-120A-B98D-0815F4B88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408" y="2264980"/>
            <a:ext cx="4313794" cy="440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362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08446" y="1253095"/>
            <a:ext cx="8115115" cy="592958"/>
          </a:xfrm>
        </p:spPr>
        <p:txBody>
          <a:bodyPr>
            <a:normAutofit/>
          </a:bodyPr>
          <a:lstStyle/>
          <a:p>
            <a:r>
              <a:rPr lang="hu-HU" dirty="0"/>
              <a:t>Molnár Attila-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30DBF84-8C67-8166-0D65-FEF3A3210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301" y="2495550"/>
            <a:ext cx="4553948" cy="406283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34FCA43-70CA-B2A9-CAD0-DD7532037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6825" y="4030119"/>
            <a:ext cx="3004528" cy="2736702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437A2A37-4FD2-48EF-6E8F-8D1AA6EB31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7404" y="3889789"/>
            <a:ext cx="3401772" cy="2591110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C5A39F11-702C-44B5-A7DD-25C557C737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7739" y="91179"/>
            <a:ext cx="4724635" cy="3552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5648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722862" y="1290291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C51E4C-7C89-3C54-9FFB-C72B8DF0BE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5" y="2581275"/>
            <a:ext cx="4554806" cy="266843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3352C05-B4D6-E48D-0629-DE0E1B8E5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679" y="1066826"/>
            <a:ext cx="4309921" cy="22294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AFC4F46-621C-30DF-7DB2-B57526544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156" y="3561687"/>
            <a:ext cx="4691296" cy="3019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7990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>
            <a:spLocks noGrp="1"/>
          </p:cNvSpPr>
          <p:nvPr>
            <p:ph type="title"/>
          </p:nvPr>
        </p:nvSpPr>
        <p:spPr>
          <a:xfrm>
            <a:off x="722862" y="1290291"/>
            <a:ext cx="9603275" cy="559792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 - Dokumentáció</a:t>
            </a:r>
          </a:p>
        </p:txBody>
      </p:sp>
      <p:sp>
        <p:nvSpPr>
          <p:cNvPr id="3686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CED4C51-A9CB-5747-ECA7-A8A44B002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599" y="2506547"/>
            <a:ext cx="3915235" cy="396615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F23B4F-EFA4-D851-3EFE-7FA2E1DBF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766" y="2857500"/>
            <a:ext cx="4697610" cy="2900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225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- fejlesztés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1173215-05A8-FFAC-01D4-66223790E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07" y="4324350"/>
            <a:ext cx="4913767" cy="2296177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87F3A56-D064-6C40-CEF3-F77902511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528" y="4324350"/>
            <a:ext cx="4645742" cy="229617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D7BAA0C-DE91-9775-8CCC-13AA292B8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0674" y="3205106"/>
            <a:ext cx="1448002" cy="80973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05CEDFE-0DB4-4C70-E76C-A1A20EFAF8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24" y="2357940"/>
            <a:ext cx="8514021" cy="1462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5808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579" y="1257300"/>
            <a:ext cx="9603275" cy="596453"/>
          </a:xfrm>
        </p:spPr>
        <p:txBody>
          <a:bodyPr>
            <a:normAutofit/>
          </a:bodyPr>
          <a:lstStyle/>
          <a:p>
            <a:r>
              <a:rPr lang="hu-HU" dirty="0"/>
              <a:t>Molnár </a:t>
            </a:r>
            <a:r>
              <a:rPr lang="hu-HU" dirty="0" err="1"/>
              <a:t>attila</a:t>
            </a:r>
            <a:r>
              <a:rPr lang="hu-HU" dirty="0"/>
              <a:t>- fejlesztés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9231715-37BB-1979-60D4-66A86DE4B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3943350"/>
            <a:ext cx="4720296" cy="2462556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8ED0408-4835-6388-B9A2-D59FB9C6A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725" y="4391025"/>
            <a:ext cx="5502623" cy="2262531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3B32ABF-3648-544E-5C4B-04C22003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456" y="1160270"/>
            <a:ext cx="4995809" cy="2783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6430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1"/>
          <p:cNvSpPr txBox="1">
            <a:spLocks/>
          </p:cNvSpPr>
          <p:nvPr/>
        </p:nvSpPr>
        <p:spPr>
          <a:xfrm>
            <a:off x="1451579" y="1257300"/>
            <a:ext cx="9603275" cy="5964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3200" cap="all" dirty="0">
                <a:latin typeface="+mj-lt"/>
                <a:ea typeface="+mj-ea"/>
                <a:cs typeface="+mj-cs"/>
              </a:rPr>
              <a:t>Molnár </a:t>
            </a:r>
            <a:r>
              <a:rPr lang="hu-HU" sz="3200" cap="all" dirty="0" err="1">
                <a:latin typeface="+mj-lt"/>
                <a:ea typeface="+mj-ea"/>
                <a:cs typeface="+mj-cs"/>
              </a:rPr>
              <a:t>attila</a:t>
            </a:r>
            <a:r>
              <a:rPr kumimoji="0" lang="hu-HU" sz="3200" b="0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- 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AE7B46-C699-EEAC-7EEC-3A0012D68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59" y="3317870"/>
            <a:ext cx="4131960" cy="33146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850EB77-6F60-AD04-D516-DC81CF84E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81821"/>
            <a:ext cx="4096341" cy="324485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6C557CA-CFDE-7C80-2373-C41CB0865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8604" y="3670639"/>
            <a:ext cx="3274792" cy="266721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793D3F3-A1D9-BD2A-C247-82FEE376E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700" y="1152937"/>
            <a:ext cx="4458283" cy="183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79989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472</TotalTime>
  <Words>243</Words>
  <Application>Microsoft Office PowerPoint</Application>
  <PresentationFormat>Szélesvásznú</PresentationFormat>
  <Paragraphs>55</Paragraphs>
  <Slides>43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43</vt:i4>
      </vt:variant>
    </vt:vector>
  </HeadingPairs>
  <TitlesOfParts>
    <vt:vector size="47" baseType="lpstr">
      <vt:lpstr>Aptos</vt:lpstr>
      <vt:lpstr>Arial</vt:lpstr>
      <vt:lpstr>Gill Sans MT</vt:lpstr>
      <vt:lpstr>Galéria</vt:lpstr>
      <vt:lpstr>Kanban webalkalmazás</vt:lpstr>
      <vt:lpstr>Daróczi Levente - Management</vt:lpstr>
      <vt:lpstr>Daróczi Levente - Management </vt:lpstr>
      <vt:lpstr>Daróczi Levente - git</vt:lpstr>
      <vt:lpstr>PowerPoint-bemutató</vt:lpstr>
      <vt:lpstr>Daróczi Levente - dokumentáció</vt:lpstr>
      <vt:lpstr>Daróczi Levente - fejlesztés</vt:lpstr>
      <vt:lpstr>Daróczi Levente - fejlesztés </vt:lpstr>
      <vt:lpstr>Daróczi Levente - fejlesztés</vt:lpstr>
      <vt:lpstr>Daróczi Levente - fejlesztés</vt:lpstr>
      <vt:lpstr>Daróczi Levente - fejlesztés</vt:lpstr>
      <vt:lpstr>PowerPoint-bemutató</vt:lpstr>
      <vt:lpstr>PowerPoint-bemutató</vt:lpstr>
      <vt:lpstr>Daróczi Levente - Tesztelés</vt:lpstr>
      <vt:lpstr>Daróczi Levente - Tesztelés </vt:lpstr>
      <vt:lpstr>Vlajk Sándor - Management</vt:lpstr>
      <vt:lpstr>Vlajk Sándor - Git</vt:lpstr>
      <vt:lpstr>Vlajk Sándor – Dokumentáció</vt:lpstr>
      <vt:lpstr>Vlajk Sándor – Fejlesztés</vt:lpstr>
      <vt:lpstr>Vlajk Sándor - Fejlesztés</vt:lpstr>
      <vt:lpstr>Vlajk Sándor - Fejlesztés</vt:lpstr>
      <vt:lpstr>Vlajk Sándor – Fejlesztés Oszlop hozzáadás</vt:lpstr>
      <vt:lpstr>Vlajk Sándor – Fejlesztés Feladat hozzáadás</vt:lpstr>
      <vt:lpstr>Vlajk Sándor – Fejlesztés Feladat hozzáadás</vt:lpstr>
      <vt:lpstr>Vlajk Sándor – Fejlesztés Drag&amp;Drop</vt:lpstr>
      <vt:lpstr>Vlajk Sándor - Tesztelés</vt:lpstr>
      <vt:lpstr>Vlajk Sándor - Tesztelés</vt:lpstr>
      <vt:lpstr>Czeitner András - management</vt:lpstr>
      <vt:lpstr>Czeitner András - Git</vt:lpstr>
      <vt:lpstr>PowerPoint-bemutató</vt:lpstr>
      <vt:lpstr>Czeitner András - Dokumentáció</vt:lpstr>
      <vt:lpstr>Czeitner András - fejlesztés</vt:lpstr>
      <vt:lpstr>Czeitner András - fejlesztés</vt:lpstr>
      <vt:lpstr>Czeitner András - fejlesztés</vt:lpstr>
      <vt:lpstr>PowerPoint-bemutató</vt:lpstr>
      <vt:lpstr>Molnár Attila Management </vt:lpstr>
      <vt:lpstr>Molnár Attila Management </vt:lpstr>
      <vt:lpstr>Molnár Attila- Git</vt:lpstr>
      <vt:lpstr>Molnár attila - Dokumentáció</vt:lpstr>
      <vt:lpstr>Molnár attila - Dokumentáció</vt:lpstr>
      <vt:lpstr>Molnár attila- fejlesztés</vt:lpstr>
      <vt:lpstr>Molnár attila- fejlesztés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webalkalmazás</dc:title>
  <dc:creator>Daróczi Levente Tibor</dc:creator>
  <cp:lastModifiedBy>Ati</cp:lastModifiedBy>
  <cp:revision>136</cp:revision>
  <dcterms:created xsi:type="dcterms:W3CDTF">2025-11-14T12:07:17Z</dcterms:created>
  <dcterms:modified xsi:type="dcterms:W3CDTF">2025-12-08T09:38:11Z</dcterms:modified>
</cp:coreProperties>
</file>