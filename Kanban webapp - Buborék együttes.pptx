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6"/>
  </p:notesMasterIdLst>
  <p:handoutMasterIdLst>
    <p:handoutMasterId r:id="rId27"/>
  </p:handoutMasterIdLst>
  <p:sldIdLst>
    <p:sldId id="258" r:id="rId2"/>
    <p:sldId id="259" r:id="rId3"/>
    <p:sldId id="260" r:id="rId4"/>
    <p:sldId id="268" r:id="rId5"/>
    <p:sldId id="261" r:id="rId6"/>
    <p:sldId id="266" r:id="rId7"/>
    <p:sldId id="262" r:id="rId8"/>
    <p:sldId id="263" r:id="rId9"/>
    <p:sldId id="264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7" r:id="rId19"/>
    <p:sldId id="278" r:id="rId20"/>
    <p:sldId id="279" r:id="rId21"/>
    <p:sldId id="280" r:id="rId22"/>
    <p:sldId id="281" r:id="rId23"/>
    <p:sldId id="282" r:id="rId24"/>
    <p:sldId id="283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7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pPr/>
              <a:t>2025. 11. 16.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pPr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4435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EE485E7-7D6D-4CB0-A3AD-261D97B2E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A55E3208-F0C4-4962-8946-065C94F89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id="{4FAE17D3-C2DC-4665-AF20-33C5BACD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id="{7021C573-B3FF-44B8-A5DE-AB39E9AA6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id="{50B0CCD4-E9B0-43B2-806F-05EDF57A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812" y="5415217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4900" y="5017731"/>
            <a:ext cx="3067478" cy="1448002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9FDDA2FF-10DF-3525-70F9-BE2E7A6BF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30" y="2691803"/>
            <a:ext cx="4411560" cy="104923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1A29D998-57C8-61C9-B318-0FADA21ABE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8745" y="1938660"/>
            <a:ext cx="4358749" cy="1324717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94A7E1-A06A-9333-7C7D-737E36876C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76" y="4038963"/>
            <a:ext cx="4709491" cy="2453133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4BF48EDB-45AE-C7EC-0F1C-10A0E035DA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6675" y="2488711"/>
            <a:ext cx="2109549" cy="277125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9780" y="3425355"/>
            <a:ext cx="3278482" cy="141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  <a:r>
              <a:rPr lang="hu-HU" dirty="0"/>
              <a:t>,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964247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8D4509A0-D2EA-207B-0C78-28D8E243C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126" y="1450173"/>
            <a:ext cx="10080372" cy="53159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91531812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3E9C8F1-A86B-86D8-7BF0-C4ADBF9BA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4237"/>
            <a:ext cx="10080372" cy="533172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608496070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3446405935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05CFAD9-EABE-4F83-B098-604752164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99610E4-6194-4817-B152-498995E77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885E9F4-7DB6-4B77-B1FF-80BFCE8127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639A2B-C30C-4F6F-B847-6960F3CF8A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D9926FA0-8ED1-4F3A-B23B-FD94D82C7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102CD9-C25A-4A86-B9D3-D7280D914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62F8B-DB53-D69C-19EE-0A453B36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2800"/>
              <a:t>Vlajk Sándor - Management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5C5C9D-063C-AF9D-2862-059BEA52D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33" y="533450"/>
            <a:ext cx="4261962" cy="2994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9383BF8-280F-E773-B719-D67867986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25" y="1071185"/>
            <a:ext cx="2015925" cy="3858231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0676B93-40FB-4FA7-8E89-C24B7B1F8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3799579-8EB9-DC77-CDAC-986F8B3F2A7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3795" y="3885819"/>
            <a:ext cx="4508551" cy="1882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E50A31-341F-5C88-C296-35A974D4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5810" y="1340666"/>
            <a:ext cx="1890344" cy="3319267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509D85C-1896-4695-A144-B562AFC58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D9F55CD-CB1D-4CB9-98D3-2BC602BC4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950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F28EA84-13B4-4494-A4D3-8DE462FF0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BEB1B24-66CE-4D63-A39D-2D1B481DF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6A004-AC9E-F83D-7C6C-8E45C6DDE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Git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8DE337D-1DBA-4536-8145-B43EE65C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88E504C-4007-0FB3-BC00-5FF4F74B5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479" y="1522154"/>
            <a:ext cx="3693150" cy="3067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8C27E6-D0FE-7D3F-0657-BC477A705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354" y="965341"/>
            <a:ext cx="3687168" cy="152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91AA9D-40D6-945F-5458-984FA0DBC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051" y="3900689"/>
            <a:ext cx="3687168" cy="9675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7233926-059A-41AD-A9F2-56552CF4F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13C145E-93D4-481E-92DC-736D9EBA3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204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DDDFD2-F9A9-3A01-FF2A-6CDF8AAF1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– Dokumentáció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11F97F-2AE4-3D9B-35A6-AF80BEF7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47" y="470463"/>
            <a:ext cx="3553338" cy="3856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92CDCE-F939-2C1B-FB2C-35BCFBC61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898" y="890198"/>
            <a:ext cx="3376192" cy="3215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0FFCFC-0AFB-A5C7-E6B7-F9D1DC4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03" y="1278460"/>
            <a:ext cx="4317350" cy="2439301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849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2D0E6-DFB3-5E17-192B-D3B11F71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CF374-80C3-CBE5-BC73-F12C234A3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7" y="2190530"/>
            <a:ext cx="8630854" cy="3143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C83DBE-18EF-02F8-4CDE-12A988AA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7" y="5504284"/>
            <a:ext cx="3410426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90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FD6D8-D4CB-7D22-6034-0448D726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28A2F4-206A-9FAD-C168-CDB9610FB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4120" y="198045"/>
            <a:ext cx="4106012" cy="30076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8CF25F-105A-EA84-AB38-9B2CDC7B3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249" y="638316"/>
            <a:ext cx="5549025" cy="3079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C5DCCD-B4B3-22CE-2C2A-CC1050E65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846" y="3271561"/>
            <a:ext cx="3386560" cy="1121616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0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5D6E9-FB34-5D4E-D478-F5A8B0E7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CAD100C-B467-C9FA-742C-83A81B896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3173" y="457201"/>
            <a:ext cx="4934512" cy="2689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D188B4-F8EB-7281-F69A-9DE7E48D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216" y="1062951"/>
            <a:ext cx="5517445" cy="297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9158A9-81B7-7204-17BE-FD603E889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686" y="3252392"/>
            <a:ext cx="3429598" cy="125134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7290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EEA869E1-F851-4A52-92F5-77E592B7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83AD55-8296-44BD-8E14-DD2DDBC35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F46B26-15FC-4C5A-94FA-AE9ED64B5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12F6065-5345-44BD-B66E-5487CCD7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E7ABCFA2-55B0-438C-A39A-637FFC624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BD2C934-710E-4E0E-9ED4-03F07E019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F48F60-BA92-C874-30CC-5ED58A820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5" y="1474969"/>
            <a:ext cx="3026558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Tesztelés</a:t>
            </a:r>
            <a:endParaRPr lang="en-US" sz="3600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D0F4F3-8F5C-421F-9FC1-DB3ED0BF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4009" y="3526496"/>
            <a:ext cx="3023617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4C8A63-DED3-546C-6BEE-CEFFDC8E2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985" y="3109744"/>
            <a:ext cx="7094289" cy="28377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8886C1-6620-95E9-B1BE-EABD49FF3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701" y="159389"/>
            <a:ext cx="7560295" cy="26083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A40572-62E5-460B-AD24-B6628527AC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1D872D4-D7E5-4CD8-9DAC-2BC612F08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810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Czeitner András - management</a:t>
            </a:r>
          </a:p>
        </p:txBody>
      </p:sp>
      <p:pic>
        <p:nvPicPr>
          <p:cNvPr id="5" name="Picture 12" descr="https://cdn.discordapp.com/attachments/812059683393110017/1439310372174692543/image.png?ex=691a0dbd&amp;is=6918bc3d&amp;hm=2473b7bf2008278831746b824589489045399c33f76371eede42d79fa3eba8a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45688" y="3752470"/>
            <a:ext cx="5951926" cy="2558620"/>
          </a:xfrm>
          <a:prstGeom prst="rect">
            <a:avLst/>
          </a:prstGeom>
          <a:noFill/>
        </p:spPr>
      </p:pic>
      <p:pic>
        <p:nvPicPr>
          <p:cNvPr id="6" name="Picture 18" descr="https://cdn.discordapp.com/attachments/812059683393110017/1439311303293407394/image.png?ex=691a0e9b&amp;is=6918bd1b&amp;hm=b76267a9bd8fa2df8afb55329ccd083691ebc55d7bd545a7cf79ae6182b702a7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738196" y="1454523"/>
            <a:ext cx="4192138" cy="4427075"/>
          </a:xfrm>
          <a:prstGeom prst="rect">
            <a:avLst/>
          </a:prstGeom>
          <a:noFill/>
        </p:spPr>
      </p:pic>
      <p:pic>
        <p:nvPicPr>
          <p:cNvPr id="7" name="Picture 2" descr="https://cdn.discordapp.com/attachments/812059683393110017/1439310147083173888/image.png?ex=691a0d88&amp;is=6918bc08&amp;hm=d9dde2fb7ff6f43b87336b768ad315f76d4e8049f9de17a1e67f0bc5c96e4af5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83184" y="285420"/>
            <a:ext cx="2061495" cy="330316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Czeitner András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34827" name="Picture 1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17362" y="2409735"/>
            <a:ext cx="5981700" cy="322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828" name="Picture 1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6430" y="2635729"/>
            <a:ext cx="5353050" cy="255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C9703D-C8F9-44AD-A7C0-C2F3871F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1601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Kép 2" descr="A képen szöveg, képernyőkép, menü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1C22A62-A598-64EA-AD0C-853A69A68E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722" y="737347"/>
            <a:ext cx="9370556" cy="53880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93962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Czeitner András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36868" name="Picture 4" descr="https://cdn.discordapp.com/attachments/812059683393110017/1439314057965338706/image.png?ex=691a112c&amp;is=6918bfac&amp;hm=7ba02878b65b24707a6035b4243cccf8454e5cf2085eecb6b93cfa22d6fdcdf3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3983" y="2077111"/>
            <a:ext cx="3839892" cy="3996423"/>
          </a:xfrm>
          <a:prstGeom prst="rect">
            <a:avLst/>
          </a:prstGeom>
          <a:noFill/>
        </p:spPr>
      </p:pic>
      <p:pic>
        <p:nvPicPr>
          <p:cNvPr id="36872" name="Picture 8" descr="https://cdn.discordapp.com/attachments/812059683393110017/1439314568546488421/Implementation-plan.png?ex=691a11a6&amp;is=6918c026&amp;hm=df378b1587e0da09569ce426a4f4a39b126cb5f94e9fae17b2eba004af3646a1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65675" y="2062389"/>
            <a:ext cx="2806699" cy="3972162"/>
          </a:xfrm>
          <a:prstGeom prst="rect">
            <a:avLst/>
          </a:prstGeom>
          <a:noFill/>
        </p:spPr>
      </p:pic>
      <p:pic>
        <p:nvPicPr>
          <p:cNvPr id="36876" name="Picture 12" descr="https://cdn.discordapp.com/attachments/812059683393110017/1439314778895028354/image.png?ex=691a11d8&amp;is=6918c058&amp;hm=06ee2ab5f547cb8f7e1d96fd117710c01918934c8fe96653ace54ff3062c514c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934325" y="2047874"/>
            <a:ext cx="3651914" cy="40042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7" name="Kép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1950738"/>
            <a:ext cx="8458200" cy="457545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9" name="Kép 8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B7EA85-C43E-31A2-8BE8-68363AEF1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672" y="1954720"/>
            <a:ext cx="8422656" cy="45622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Czeitner András - Tesztelés</a:t>
            </a:r>
          </a:p>
        </p:txBody>
      </p:sp>
      <p:pic>
        <p:nvPicPr>
          <p:cNvPr id="40962" name="Picture 2" descr="https://cdn.discordapp.com/attachments/812059683393110017/1439330769108471859/0b063826-e102-423a-a3f0-da25c2283bb3.png?ex=691a20bc&amp;is=6918cf3c&amp;hm=e7ee6c4f8a61888e1395ca35c86c3d817f192e118aa4ded687a7a4292a37fd2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213100" y="1943100"/>
            <a:ext cx="5935776" cy="4762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142</TotalTime>
  <Words>132</Words>
  <Application>Microsoft Office PowerPoint</Application>
  <PresentationFormat>Szélesvásznú</PresentationFormat>
  <Paragraphs>30</Paragraphs>
  <Slides>24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24</vt:i4>
      </vt:variant>
    </vt:vector>
  </HeadingPairs>
  <TitlesOfParts>
    <vt:vector size="28" baseType="lpstr">
      <vt:lpstr>Aptos</vt:lpstr>
      <vt:lpstr>Arial</vt:lpstr>
      <vt:lpstr>Gill Sans MT</vt:lpstr>
      <vt:lpstr>Galéria</vt:lpstr>
      <vt:lpstr>Kanban webalkalmazás</vt:lpstr>
      <vt:lpstr>Daróczi Levente - Management</vt:lpstr>
      <vt:lpstr>Daróczi Levente - git</vt:lpstr>
      <vt:lpstr>PowerPoint-bemutató</vt:lpstr>
      <vt:lpstr>Daróczi Levente - dokumentáció</vt:lpstr>
      <vt:lpstr>Daróczi Levente - fejlesztés</vt:lpstr>
      <vt:lpstr>Daróczi Levente - fejlesztés</vt:lpstr>
      <vt:lpstr>Daróczi Levente - fejlesztés</vt:lpstr>
      <vt:lpstr>Daróczi Levente - fejlesztés</vt:lpstr>
      <vt:lpstr>Daróczi Levente - Tesztelés</vt:lpstr>
      <vt:lpstr>Vlajk Sándor - Management</vt:lpstr>
      <vt:lpstr>Vlajk Sándor - Git</vt:lpstr>
      <vt:lpstr>Vlajk Sándor – Dokumentáció</vt:lpstr>
      <vt:lpstr>Vlajk Sándor – Fejlesztés</vt:lpstr>
      <vt:lpstr>Vlajk Sándor - Fejlesztés</vt:lpstr>
      <vt:lpstr>Vlajk Sándor - Fejlesztés</vt:lpstr>
      <vt:lpstr>Vlajk Sándor - Tesztelés</vt:lpstr>
      <vt:lpstr>Czeitner András - management</vt:lpstr>
      <vt:lpstr>Czeitner András - Git</vt:lpstr>
      <vt:lpstr>PowerPoint-bemutató</vt:lpstr>
      <vt:lpstr>Czeitner András - Dokumentáció</vt:lpstr>
      <vt:lpstr>Czeitner András - fejlesztés</vt:lpstr>
      <vt:lpstr>Czeitner András - fejlesztés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webalkalmazás</dc:title>
  <dc:creator>Daróczi Levente Tibor</dc:creator>
  <cp:lastModifiedBy>Czeitner András</cp:lastModifiedBy>
  <cp:revision>11</cp:revision>
  <dcterms:created xsi:type="dcterms:W3CDTF">2025-11-14T12:07:17Z</dcterms:created>
  <dcterms:modified xsi:type="dcterms:W3CDTF">2025-11-16T12:45:20Z</dcterms:modified>
</cp:coreProperties>
</file>