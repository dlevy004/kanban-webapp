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handoutMasterIdLst>
    <p:handoutMasterId r:id="rId37"/>
  </p:handoutMasterIdLst>
  <p:sldIdLst>
    <p:sldId id="258" r:id="rId2"/>
    <p:sldId id="259" r:id="rId3"/>
    <p:sldId id="290" r:id="rId4"/>
    <p:sldId id="260" r:id="rId5"/>
    <p:sldId id="268" r:id="rId6"/>
    <p:sldId id="261" r:id="rId7"/>
    <p:sldId id="266" r:id="rId8"/>
    <p:sldId id="291" r:id="rId9"/>
    <p:sldId id="262" r:id="rId10"/>
    <p:sldId id="263" r:id="rId11"/>
    <p:sldId id="264" r:id="rId12"/>
    <p:sldId id="292" r:id="rId13"/>
    <p:sldId id="293" r:id="rId14"/>
    <p:sldId id="267" r:id="rId15"/>
    <p:sldId id="294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116E3-B540-92BE-67DA-E6EFA372FD37}" v="290" dt="2025-12-06T20:24:49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8B3139B0-081C-FE30-0B39-CA3232006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B3B78BF-44EC-6563-0DAB-79B7460CA8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EECD7-D4C7-4FE3-AB70-00E199DD6761}" type="datetimeFigureOut">
              <a:rPr lang="hu-HU" smtClean="0"/>
              <a:pPr/>
              <a:t>2025. 12. 06.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3EC39D6-A0F8-45E6-7791-5C50A0DBB4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F2DDB24-4697-57F6-2A56-F247C6312B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4402C-C6F0-495F-ADE6-07855EA9D35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08449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DABCF-F2FF-4310-8608-C10C325E963C}" type="datetimeFigureOut">
              <a:rPr lang="hu-HU" smtClean="0"/>
              <a:pPr/>
              <a:t>2025. 12. 06.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DC74D-9B6A-4707-A793-6FDBF6F7CCC6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8033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DC74D-9B6A-4707-A793-6FDBF6F7CCC6}" type="slidenum">
              <a:rPr lang="hu-HU" smtClean="0"/>
              <a:pPr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443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8922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2841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186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5968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4412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2648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596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1109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067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75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82602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64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1137672-A00C-135C-4D3A-698554AD7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0235" y="1027937"/>
            <a:ext cx="6083708" cy="3711894"/>
          </a:xfrm>
        </p:spPr>
        <p:txBody>
          <a:bodyPr anchor="ctr">
            <a:normAutofit/>
          </a:bodyPr>
          <a:lstStyle/>
          <a:p>
            <a:r>
              <a:rPr lang="hu-HU" sz="5400"/>
              <a:t>Kanban webalkalmazás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4E7AF2D-E654-D9AB-9F02-59791EDD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7" y="1027937"/>
            <a:ext cx="3254899" cy="3711894"/>
          </a:xfrm>
        </p:spPr>
        <p:txBody>
          <a:bodyPr anchor="ctr">
            <a:normAutofit/>
          </a:bodyPr>
          <a:lstStyle/>
          <a:p>
            <a:pPr algn="r"/>
            <a:r>
              <a:rPr lang="hu-HU" dirty="0"/>
              <a:t>Készítette: buborék együttes</a:t>
            </a:r>
          </a:p>
        </p:txBody>
      </p:sp>
      <p:cxnSp>
        <p:nvCxnSpPr>
          <p:cNvPr id="24" name="Straight Connector 11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13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4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CA6EE2-06DB-5C6F-DE67-88982F94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Daróczi Levente - Management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0DEFDA-C5D7-B11A-C2EA-BD5FB711A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59479"/>
          </a:xfrm>
        </p:spPr>
        <p:txBody>
          <a:bodyPr/>
          <a:lstStyle/>
          <a:p>
            <a:r>
              <a:rPr lang="hu-HU" dirty="0"/>
              <a:t>Használt feladatkövető rendszer: </a:t>
            </a:r>
            <a:r>
              <a:rPr lang="hu-HU" dirty="0" err="1"/>
              <a:t>Trello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7EF9704-8E56-4E28-96D9-C00498099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933" y="5326365"/>
            <a:ext cx="3019846" cy="1276528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E3E1D1A-044A-2591-10EC-F3EE8AB6A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388" y="3719594"/>
            <a:ext cx="3067478" cy="1448002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14E70A7E-76E8-5D09-7108-FB306C9CD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54" y="2522080"/>
            <a:ext cx="3278482" cy="1418277"/>
          </a:xfrm>
          <a:prstGeom prst="rect">
            <a:avLst/>
          </a:prstGeom>
        </p:spPr>
      </p:pic>
      <p:pic>
        <p:nvPicPr>
          <p:cNvPr id="4" name="Kép 3" descr="A képen szöveg, képernyőkép, multimédia látható&#10;&#10;Lehet, hogy az AI által létrehozott tartalom helytelen.">
            <a:extLst>
              <a:ext uri="{FF2B5EF4-FFF2-40B4-BE49-F238E27FC236}">
                <a16:creationId xmlns:a16="http://schemas.microsoft.com/office/drawing/2014/main" id="{DF41EF3A-3453-5B4B-528E-A21BDFC49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621" y="4092090"/>
            <a:ext cx="3190875" cy="2590800"/>
          </a:xfrm>
          <a:prstGeom prst="rect">
            <a:avLst/>
          </a:prstGeom>
        </p:spPr>
      </p:pic>
      <p:pic>
        <p:nvPicPr>
          <p:cNvPr id="5" name="Kép 4" descr="A képen szöveg, képernyőkép, multimédia látható&#10;&#10;Lehet, hogy az AI által létrehozott tartalom helytelen.">
            <a:extLst>
              <a:ext uri="{FF2B5EF4-FFF2-40B4-BE49-F238E27FC236}">
                <a16:creationId xmlns:a16="http://schemas.microsoft.com/office/drawing/2014/main" id="{D45A65B9-52BA-4D12-1072-531089158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9429" y="4076949"/>
            <a:ext cx="3133725" cy="2533650"/>
          </a:xfrm>
          <a:prstGeom prst="rect">
            <a:avLst/>
          </a:prstGeom>
        </p:spPr>
      </p:pic>
      <p:pic>
        <p:nvPicPr>
          <p:cNvPr id="6" name="Kép 5" descr="A képen szöveg, képernyőkép, multimédi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6972E51-27F1-EA81-5CEE-39A923D66D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1953" y="2468112"/>
            <a:ext cx="3181350" cy="1466850"/>
          </a:xfrm>
          <a:prstGeom prst="rect">
            <a:avLst/>
          </a:prstGeom>
        </p:spPr>
      </p:pic>
      <p:pic>
        <p:nvPicPr>
          <p:cNvPr id="8" name="Kép 7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E6DB562-89EA-DF6C-DFDE-9283986F0D9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054" r="12162" b="-1083"/>
          <a:stretch>
            <a:fillRect/>
          </a:stretch>
        </p:blipFill>
        <p:spPr>
          <a:xfrm>
            <a:off x="8686586" y="433031"/>
            <a:ext cx="2815153" cy="319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53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B46F62-1A57-5983-2380-8234D9D9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Management</a:t>
            </a:r>
          </a:p>
          <a:p>
            <a:endParaRPr lang="hu-HU" dirty="0"/>
          </a:p>
        </p:txBody>
      </p:sp>
      <p:pic>
        <p:nvPicPr>
          <p:cNvPr id="4" name="Kép 3" descr="A képen szöveg, képernyőkép, szoftver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0CE5DBA-A1D6-2558-BD72-D198CEAE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871" y="1613246"/>
            <a:ext cx="4705350" cy="2457450"/>
          </a:xfrm>
          <a:prstGeom prst="rect">
            <a:avLst/>
          </a:prstGeom>
        </p:spPr>
      </p:pic>
      <p:pic>
        <p:nvPicPr>
          <p:cNvPr id="5" name="Kép 4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7F74772-25D0-BA3E-617B-A3718BFDA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44" y="1950597"/>
            <a:ext cx="5090330" cy="1471825"/>
          </a:xfrm>
          <a:prstGeom prst="rect">
            <a:avLst/>
          </a:prstGeom>
        </p:spPr>
      </p:pic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6ED6F96-F8FB-F1F2-CB1E-D01E960CC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83" y="5526332"/>
            <a:ext cx="4429125" cy="1057275"/>
          </a:xfrm>
          <a:prstGeom prst="rect">
            <a:avLst/>
          </a:prstGeom>
        </p:spPr>
      </p:pic>
      <p:pic>
        <p:nvPicPr>
          <p:cNvPr id="7" name="Kép 6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6CEB9145-23B1-A070-6972-082CC838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31" y="3531209"/>
            <a:ext cx="5078292" cy="1049949"/>
          </a:xfrm>
          <a:prstGeom prst="rect">
            <a:avLst/>
          </a:prstGeom>
        </p:spPr>
      </p:pic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16D53964-D552-5B19-E65F-E2659D198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57" y="4784112"/>
            <a:ext cx="5088549" cy="1803157"/>
          </a:xfrm>
          <a:prstGeom prst="rect">
            <a:avLst/>
          </a:prstGeom>
        </p:spPr>
      </p:pic>
      <p:pic>
        <p:nvPicPr>
          <p:cNvPr id="10" name="Kép 9" descr="A képen szöveg, képernyőkép, Betűtípus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3B757F7B-301B-5E38-57D8-6905EF82CC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633" y="4193564"/>
            <a:ext cx="52292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0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DF651E-95C6-F9ED-7E3D-E593C9E1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</a:t>
            </a:r>
            <a:r>
              <a:rPr lang="hu-HU" dirty="0" err="1"/>
              <a:t>git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2E531C9-CFFE-95F3-CB20-5D333CB1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53" y="3564393"/>
            <a:ext cx="5001221" cy="122177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B2CA154-66E9-DE43-42C2-9E1C40C06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53" y="4931906"/>
            <a:ext cx="5001221" cy="1794916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C66B2441-EA2E-CFBA-88E9-16A3FACE4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53" y="1999492"/>
            <a:ext cx="5001221" cy="1419163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33C624EB-6869-022C-0713-377C1FF1F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627" y="1999492"/>
            <a:ext cx="5000225" cy="2429319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F33E6BB1-ED6C-389B-44B0-CEB31E7DA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509" y="4626623"/>
            <a:ext cx="4994343" cy="1202741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559A1832-1C2F-A86C-7928-E56FB3681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6630" y="5962526"/>
            <a:ext cx="5001222" cy="69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571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5780-9757-D06C-EB84-20F310B8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EAF2EC1B-0DBF-7B5B-E80C-601BC1B10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940" y="152413"/>
            <a:ext cx="8570120" cy="655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15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7C5913-E755-24D3-ED0E-B0BD4D8D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dokumentáció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A17DD4E-D398-7B13-D12D-81FBFB0F3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4623074"/>
            <a:ext cx="7086047" cy="2155066"/>
          </a:xfrm>
          <a:prstGeom prst="rect">
            <a:avLst/>
          </a:prstGeom>
        </p:spPr>
      </p:pic>
      <p:pic>
        <p:nvPicPr>
          <p:cNvPr id="11" name="Kép 10" descr="A képen diagram, vázlat, Műszaki rajz, Tervraj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820F8E4-942C-5B29-932C-E33AD0D46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377" y="269557"/>
            <a:ext cx="3101799" cy="6318886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19745C17-69BF-2E47-C0A2-7554C8621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11" y="1660720"/>
            <a:ext cx="6205385" cy="28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467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E3975F-341A-4037-8226-51ED4524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fejlesztés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414179-0CF2-3378-F619-A3FE528B5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Tech</a:t>
            </a:r>
            <a:r>
              <a:rPr lang="hu-HU" dirty="0"/>
              <a:t> </a:t>
            </a:r>
            <a:r>
              <a:rPr lang="hu-HU" dirty="0" err="1"/>
              <a:t>stack</a:t>
            </a:r>
            <a:r>
              <a:rPr lang="hu-HU" dirty="0"/>
              <a:t>:</a:t>
            </a:r>
          </a:p>
          <a:p>
            <a:pPr lvl="1"/>
            <a:r>
              <a:rPr lang="hu-HU" dirty="0"/>
              <a:t>Backend: Node.js, Express.js, </a:t>
            </a:r>
            <a:r>
              <a:rPr lang="hu-HU" dirty="0" err="1"/>
              <a:t>MongoDB</a:t>
            </a:r>
            <a:r>
              <a:rPr lang="hu-HU" dirty="0"/>
              <a:t>, JWT</a:t>
            </a:r>
          </a:p>
          <a:p>
            <a:pPr lvl="1"/>
            <a:r>
              <a:rPr lang="hu-HU" dirty="0"/>
              <a:t>Frontend: React.js, </a:t>
            </a:r>
            <a:r>
              <a:rPr lang="hu-HU" dirty="0" err="1"/>
              <a:t>Vite</a:t>
            </a:r>
            <a:r>
              <a:rPr lang="hu-HU" dirty="0"/>
              <a:t>, JSX, CSS3</a:t>
            </a:r>
          </a:p>
          <a:p>
            <a:pPr lvl="1"/>
            <a:r>
              <a:rPr lang="hu-HU" dirty="0"/>
              <a:t>API tesztelés:  </a:t>
            </a:r>
            <a:r>
              <a:rPr lang="hu-HU" dirty="0" err="1"/>
              <a:t>Thunder</a:t>
            </a:r>
            <a:r>
              <a:rPr lang="hu-HU" dirty="0"/>
              <a:t> </a:t>
            </a:r>
            <a:r>
              <a:rPr lang="hu-HU" dirty="0" err="1"/>
              <a:t>client</a:t>
            </a:r>
          </a:p>
          <a:p>
            <a:pPr lvl="1"/>
            <a:r>
              <a:rPr lang="hu-HU" dirty="0"/>
              <a:t>Egységtesztelés: </a:t>
            </a:r>
            <a:r>
              <a:rPr lang="hu-HU" dirty="0" err="1"/>
              <a:t>Jest</a:t>
            </a:r>
          </a:p>
          <a:p>
            <a:pPr lvl="1"/>
            <a:r>
              <a:rPr lang="hu-HU" dirty="0"/>
              <a:t>Kódszerkesztő:  </a:t>
            </a:r>
            <a:r>
              <a:rPr lang="hu-HU" dirty="0" err="1"/>
              <a:t>VSCode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9642476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26B396-4F63-E37D-2073-6DBF5A62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fejlesztés</a:t>
            </a:r>
          </a:p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B0CC2F-BDD1-D484-A889-A548C624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Bejelentkezés / regisztráció - Backend, frontend</a:t>
            </a:r>
          </a:p>
          <a:p>
            <a:r>
              <a:rPr lang="hu-HU" dirty="0" err="1"/>
              <a:t>Board</a:t>
            </a:r>
            <a:r>
              <a:rPr lang="hu-HU" dirty="0"/>
              <a:t> – Frontend </a:t>
            </a:r>
            <a:r>
              <a:rPr lang="hu-HU" dirty="0" err="1"/>
              <a:t>mock</a:t>
            </a:r>
            <a:r>
              <a:rPr lang="hu-HU" dirty="0"/>
              <a:t> adatokkal, backend alapok</a:t>
            </a:r>
          </a:p>
          <a:p>
            <a:r>
              <a:rPr lang="hu-HU" dirty="0" err="1"/>
              <a:t>Task</a:t>
            </a:r>
            <a:r>
              <a:rPr lang="hu-HU" dirty="0"/>
              <a:t> – Frontend, backend alapok</a:t>
            </a:r>
          </a:p>
          <a:p>
            <a:r>
              <a:rPr lang="hu-HU" err="1"/>
              <a:t>Darkmode</a:t>
            </a:r>
            <a:r>
              <a:rPr lang="hu-HU" dirty="0"/>
              <a:t> színek javítása</a:t>
            </a:r>
          </a:p>
          <a:p>
            <a:r>
              <a:rPr lang="hu-HU" dirty="0" err="1"/>
              <a:t>Profile</a:t>
            </a:r>
            <a:r>
              <a:rPr lang="hu-HU" dirty="0"/>
              <a:t> oldal – backend</a:t>
            </a:r>
          </a:p>
          <a:p>
            <a:r>
              <a:rPr lang="hu-HU" dirty="0"/>
              <a:t>Egységtesztek megírása saját funkciókhoz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944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1E2D64-30E7-AF6E-D31C-64C7F5D0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fejlesztés</a:t>
            </a:r>
          </a:p>
        </p:txBody>
      </p:sp>
      <p:pic>
        <p:nvPicPr>
          <p:cNvPr id="5" name="Kép 4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FDA896AB-95F0-01B7-58C4-F87EA6CF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31" y="1326934"/>
            <a:ext cx="10128739" cy="53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1812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1A21-F3A4-BEED-4335-B280F047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244E95-BDC4-8D7E-9410-C71185CE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fejlesztés</a:t>
            </a:r>
          </a:p>
        </p:txBody>
      </p:sp>
      <p:pic>
        <p:nvPicPr>
          <p:cNvPr id="3" name="Kép 2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3EAEA149-FD4B-C486-6C06-27AE28434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323883"/>
            <a:ext cx="10108407" cy="53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607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4BA3-C252-6C61-9BFC-DE7EDB56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F4E52981-0A97-79A6-C9A4-5227C751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11" y="1447641"/>
            <a:ext cx="10080372" cy="534222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7CEF7D3-2587-8E79-1C83-BE4B85DDB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fejlesztés</a:t>
            </a:r>
          </a:p>
        </p:txBody>
      </p:sp>
    </p:spTree>
    <p:extLst>
      <p:ext uri="{BB962C8B-B14F-4D97-AF65-F5344CB8AC3E}">
        <p14:creationId xmlns:p14="http://schemas.microsoft.com/office/powerpoint/2010/main" val="344640593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E1A329-249F-85D8-8CC6-9930E3C8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2B01C89-749B-41EE-15F4-3AB73E838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854" y="503639"/>
            <a:ext cx="11321162" cy="585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ECA124-B97B-5473-763B-0D00B635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158AEB3-5142-B0B0-3E60-0AC5B9439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380" y="444108"/>
            <a:ext cx="11319766" cy="596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19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9D479E-1FE8-51D6-A1FC-8EF788F5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Tesztelés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198433E-9CA4-DD9B-293B-99D84D4D8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76"/>
          <a:stretch>
            <a:fillRect/>
          </a:stretch>
        </p:blipFill>
        <p:spPr>
          <a:xfrm>
            <a:off x="197618" y="1768510"/>
            <a:ext cx="5898382" cy="252257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197A9F4-A241-EB61-91DE-E7F30AF53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18" y="4431969"/>
            <a:ext cx="5898382" cy="231549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33CF63A-4651-EB0E-1439-6882D81BE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337" y="1768510"/>
            <a:ext cx="5898382" cy="1536131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E6B3369E-E201-601C-A3FC-3D2604BA1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337" y="3493716"/>
            <a:ext cx="5898383" cy="21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92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07F714-EB82-8F09-39BE-2EA2507E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Daróczi Levente - Tesztelés</a:t>
            </a:r>
          </a:p>
          <a:p>
            <a:endParaRPr lang="hu-HU" dirty="0"/>
          </a:p>
        </p:txBody>
      </p:sp>
      <p:pic>
        <p:nvPicPr>
          <p:cNvPr id="5" name="Kép 4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F3B441E7-FB21-E733-736D-5AE554D7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081" y="1369218"/>
            <a:ext cx="7391401" cy="548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0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05CFAD9-EABE-4F83-B098-604752164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99610E4-6194-4817-B152-498995E77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885E9F4-7DB6-4B77-B1FF-80BFCE812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B639A2B-C30C-4F6F-B847-6960F3CF8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9926FA0-8ED1-4F3A-B23B-FD94D82C7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102CD9-C25A-4A86-B9D3-D7280D91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62F8B-DB53-D69C-19EE-0A453B36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/>
              <a:t>Vlajk Sándor -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C5C9D-063C-AF9D-2862-059BEA52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533" y="533450"/>
            <a:ext cx="4261962" cy="2994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383BF8-280F-E773-B719-D67867986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625" y="1071185"/>
            <a:ext cx="2015925" cy="3858231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0676B93-40FB-4FA7-8E89-C24B7B1F8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3799579-8EB9-DC77-CDAC-986F8B3F2A7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3795" y="3885819"/>
            <a:ext cx="4508551" cy="1882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E50A31-341F-5C88-C296-35A974D49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810" y="1340666"/>
            <a:ext cx="1890344" cy="331926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509D85C-1896-4695-A144-B562AFC58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D9F55CD-CB1D-4CB9-98D3-2BC602BC4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95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724B9E8-02C8-4B2E-8770-A00A67760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B8AE548-0BFA-4792-9962-3375923C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639EF4-FA83-4D85-90FE-B831AF283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C87E76A-8F50-413D-9BFC-C5A1525B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F28EA84-13B4-4494-A4D3-8DE462FF0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EB1B24-66CE-4D63-A39D-2D1B481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6A004-AC9E-F83D-7C6C-8E45C6DD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Vlajk Sándor - Git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8DE337D-1DBA-4536-8145-B43EE65C7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88E504C-4007-0FB3-BC00-5FF4F74B5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479" y="1522154"/>
            <a:ext cx="3693150" cy="3067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8C27E6-D0FE-7D3F-0657-BC477A705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354" y="965341"/>
            <a:ext cx="3687168" cy="152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91AA9D-40D6-945F-5458-984FA0DBC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051" y="3900689"/>
            <a:ext cx="3687168" cy="9675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7233926-059A-41AD-A9F2-56552CF4F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13C145E-93D4-481E-92DC-736D9EBA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204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724B9E8-02C8-4B2E-8770-A00A67760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B8AE548-0BFA-4792-9962-3375923C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639EF4-FA83-4D85-90FE-B831AF283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C87E76A-8F50-413D-9BFC-C5A1525B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A1C6278-B7D5-4E8E-B4DC-834832980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07F3D3-099E-430E-8754-C084D0FA5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DDFD2-F9A9-3A01-FF2A-6CDF8AAF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729" y="4459039"/>
            <a:ext cx="8643011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Vlajk Sándor – Dokumentáció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11F97F-2AE4-3D9B-35A6-AF80BEF77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7" y="470463"/>
            <a:ext cx="3553338" cy="3856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2CDCE-F939-2C1B-FB2C-35BCFBC61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898" y="890198"/>
            <a:ext cx="3376192" cy="3215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FFCFC-0AFB-A5C7-E6B7-F9D1DC4B2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003" y="1278460"/>
            <a:ext cx="4317350" cy="2439301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9EA5DA-6DFD-447D-B8F9-CB95CA114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87612EF9-94E7-42BA-B4A9-4B38643FB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E597F0B-0A17-4BF2-A904-9D99811F3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84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D0E6-DFB3-5E17-192B-D3B11F71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Vlajk Sándor – </a:t>
            </a:r>
            <a:r>
              <a:rPr lang="en-US" dirty="0" err="1"/>
              <a:t>Fejlesztés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CF374-80C3-CBE5-BC73-F12C234A3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87" y="2190530"/>
            <a:ext cx="8630854" cy="314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C83DBE-18EF-02F8-4CDE-12A988AA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87" y="5504284"/>
            <a:ext cx="3410426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0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24B9E8-02C8-4B2E-8770-A00A67760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8AE548-0BFA-4792-9962-3375923C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639EF4-FA83-4D85-90FE-B831AF283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87E76A-8F50-413D-9BFC-C5A1525B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A1C6278-B7D5-4E8E-B4DC-834832980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07F3D3-099E-430E-8754-C084D0FA5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FD6D8-D4CB-7D22-6034-0448D726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729" y="4459039"/>
            <a:ext cx="8643011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Vlajk Sándor - Fejlesztés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28A2F4-206A-9FAD-C168-CDB9610FB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4120" y="198045"/>
            <a:ext cx="4106012" cy="3007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CF25F-105A-EA84-AB38-9B2CDC7B3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249" y="638316"/>
            <a:ext cx="5549025" cy="3079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5DCCD-B4B3-22CE-2C2A-CC1050E65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846" y="3271561"/>
            <a:ext cx="3386560" cy="1121616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9EA5DA-6DFD-447D-B8F9-CB95CA114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87612EF9-94E7-42BA-B4A9-4B38643FB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597F0B-0A17-4BF2-A904-9D99811F3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083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724B9E8-02C8-4B2E-8770-A00A67760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8AE548-0BFA-4792-9962-3375923C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639EF4-FA83-4D85-90FE-B831AF283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87E76A-8F50-413D-9BFC-C5A1525B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A1C6278-B7D5-4E8E-B4DC-834832980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07F3D3-099E-430E-8754-C084D0FA5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5D6E9-FB34-5D4E-D478-F5A8B0E7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729" y="4459039"/>
            <a:ext cx="8643011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Vlajk Sándor - Fejlesztés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AD100C-B467-C9FA-742C-83A81B896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3173" y="457201"/>
            <a:ext cx="4934512" cy="2689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D188B4-F8EB-7281-F69A-9DE7E48DA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216" y="1062951"/>
            <a:ext cx="5517445" cy="297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9158A9-81B7-7204-17BE-FD603E889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686" y="3252392"/>
            <a:ext cx="3429598" cy="125134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9EA5DA-6DFD-447D-B8F9-CB95CA114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87612EF9-94E7-42BA-B4A9-4B38643FB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597F0B-0A17-4BF2-A904-9D99811F3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290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7ABCFA2-55B0-438C-A39A-637FFC624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D2C934-710E-4E0E-9ED4-03F07E019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48F60-BA92-C874-30CC-5ED58A82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95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Vlajk Sándor - </a:t>
            </a:r>
            <a:r>
              <a:rPr lang="en-US" sz="3600" dirty="0" err="1"/>
              <a:t>Tesztelés</a:t>
            </a:r>
            <a:endParaRPr lang="en-US" sz="36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D0F4F3-8F5C-421F-9FC1-DB3ED0BF6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009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4C8A63-DED3-546C-6BEE-CEFFDC8E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985" y="3109744"/>
            <a:ext cx="7094289" cy="28377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886C1-6620-95E9-B1BE-EABD49FF3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701" y="159389"/>
            <a:ext cx="7560295" cy="26083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0A40572-62E5-460B-AD24-B6628527A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1D872D4-D7E5-4CD8-9DAC-2BC612F08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810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418680"/>
          </a:xfrm>
        </p:spPr>
        <p:txBody>
          <a:bodyPr>
            <a:normAutofit/>
          </a:bodyPr>
          <a:lstStyle/>
          <a:p>
            <a:r>
              <a:rPr lang="hu-HU" sz="3200" dirty="0"/>
              <a:t>Czeitner András - management</a:t>
            </a:r>
          </a:p>
        </p:txBody>
      </p:sp>
      <p:pic>
        <p:nvPicPr>
          <p:cNvPr id="5" name="Picture 12" descr="https://cdn.discordapp.com/attachments/812059683393110017/1439310372174692543/image.png?ex=691a0dbd&amp;is=6918bc3d&amp;hm=2473b7bf2008278831746b824589489045399c33f76371eede42d79fa3eba8a6&amp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5688" y="3752470"/>
            <a:ext cx="5951926" cy="2558620"/>
          </a:xfrm>
          <a:prstGeom prst="rect">
            <a:avLst/>
          </a:prstGeom>
          <a:noFill/>
        </p:spPr>
      </p:pic>
      <p:pic>
        <p:nvPicPr>
          <p:cNvPr id="6" name="Picture 18" descr="https://cdn.discordapp.com/attachments/812059683393110017/1439311303293407394/image.png?ex=691a0e9b&amp;is=6918bd1b&amp;hm=b76267a9bd8fa2df8afb55329ccd083691ebc55d7bd545a7cf79ae6182b702a7&amp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8196" y="1454523"/>
            <a:ext cx="4192138" cy="4427075"/>
          </a:xfrm>
          <a:prstGeom prst="rect">
            <a:avLst/>
          </a:prstGeom>
          <a:noFill/>
        </p:spPr>
      </p:pic>
      <p:pic>
        <p:nvPicPr>
          <p:cNvPr id="7" name="Picture 2" descr="https://cdn.discordapp.com/attachments/812059683393110017/1439310147083173888/image.png?ex=691a0d88&amp;is=6918bc08&amp;hm=d9dde2fb7ff6f43b87336b768ad315f76d4e8049f9de17a1e67f0bc5c96e4af5&amp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83184" y="285420"/>
            <a:ext cx="2061495" cy="33031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08446" y="1253095"/>
            <a:ext cx="8115115" cy="592958"/>
          </a:xfrm>
        </p:spPr>
        <p:txBody>
          <a:bodyPr>
            <a:normAutofit/>
          </a:bodyPr>
          <a:lstStyle/>
          <a:p>
            <a:r>
              <a:rPr lang="hu-HU" dirty="0"/>
              <a:t>Czeitner András - </a:t>
            </a:r>
            <a:r>
              <a:rPr lang="hu-HU" dirty="0" err="1"/>
              <a:t>Git</a:t>
            </a:r>
            <a:endParaRPr lang="hu-HU" dirty="0"/>
          </a:p>
        </p:txBody>
      </p:sp>
      <p:pic>
        <p:nvPicPr>
          <p:cNvPr id="3482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7362" y="2409735"/>
            <a:ext cx="59817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8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6430" y="2635729"/>
            <a:ext cx="535305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C9703D-C8F9-44AD-A7C0-C2F3871F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60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szöveg, képernyőkép, menü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1C22A62-A598-64EA-AD0C-853A69A6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722" y="737347"/>
            <a:ext cx="9370556" cy="53880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/>
          <p:cNvSpPr>
            <a:spLocks noGrp="1"/>
          </p:cNvSpPr>
          <p:nvPr>
            <p:ph type="title"/>
          </p:nvPr>
        </p:nvSpPr>
        <p:spPr>
          <a:xfrm>
            <a:off x="1451579" y="1293962"/>
            <a:ext cx="9603275" cy="559792"/>
          </a:xfrm>
        </p:spPr>
        <p:txBody>
          <a:bodyPr>
            <a:normAutofit/>
          </a:bodyPr>
          <a:lstStyle/>
          <a:p>
            <a:r>
              <a:rPr lang="hu-HU" dirty="0"/>
              <a:t>Czeitner András - Dokumentáció</a:t>
            </a:r>
          </a:p>
        </p:txBody>
      </p:sp>
      <p:sp>
        <p:nvSpPr>
          <p:cNvPr id="36866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36868" name="Picture 4" descr="https://cdn.discordapp.com/attachments/812059683393110017/1439314057965338706/image.png?ex=691a112c&amp;is=6918bfac&amp;hm=7ba02878b65b24707a6035b4243cccf8454e5cf2085eecb6b93cfa22d6fdcdf3&amp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3983" y="2077111"/>
            <a:ext cx="3839892" cy="3996423"/>
          </a:xfrm>
          <a:prstGeom prst="rect">
            <a:avLst/>
          </a:prstGeom>
          <a:noFill/>
        </p:spPr>
      </p:pic>
      <p:pic>
        <p:nvPicPr>
          <p:cNvPr id="36872" name="Picture 8" descr="https://cdn.discordapp.com/attachments/812059683393110017/1439314568546488421/Implementation-plan.png?ex=691a11a6&amp;is=6918c026&amp;hm=df378b1587e0da09569ce426a4f4a39b126cb5f94e9fae17b2eba004af3646a1&amp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5675" y="2062389"/>
            <a:ext cx="2806699" cy="3972162"/>
          </a:xfrm>
          <a:prstGeom prst="rect">
            <a:avLst/>
          </a:prstGeom>
          <a:noFill/>
        </p:spPr>
      </p:pic>
      <p:pic>
        <p:nvPicPr>
          <p:cNvPr id="36876" name="Picture 12" descr="https://cdn.discordapp.com/attachments/812059683393110017/1439314778895028354/image.png?ex=691a11d8&amp;is=6918c058&amp;hm=06ee2ab5f547cb8f7e1d96fd117710c01918934c8fe96653ace54ff3062c514c&amp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34325" y="2047874"/>
            <a:ext cx="3651914" cy="40042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1579" y="1257300"/>
            <a:ext cx="9603275" cy="596453"/>
          </a:xfrm>
        </p:spPr>
        <p:txBody>
          <a:bodyPr>
            <a:normAutofit/>
          </a:bodyPr>
          <a:lstStyle/>
          <a:p>
            <a:r>
              <a:rPr lang="hu-HU" dirty="0"/>
              <a:t>Czeitner András - fejlesztés</a:t>
            </a:r>
          </a:p>
        </p:txBody>
      </p:sp>
      <p:pic>
        <p:nvPicPr>
          <p:cNvPr id="7" name="Kép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950738"/>
            <a:ext cx="8458200" cy="45754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1579" y="1257300"/>
            <a:ext cx="9603275" cy="596453"/>
          </a:xfrm>
        </p:spPr>
        <p:txBody>
          <a:bodyPr>
            <a:normAutofit/>
          </a:bodyPr>
          <a:lstStyle/>
          <a:p>
            <a:r>
              <a:rPr lang="hu-HU" dirty="0"/>
              <a:t>Czeitner András - fejlesztés</a:t>
            </a:r>
          </a:p>
        </p:txBody>
      </p:sp>
      <p:pic>
        <p:nvPicPr>
          <p:cNvPr id="9" name="Kép 8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8B7EA85-C43E-31A2-8BE8-68363AEF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672" y="1954720"/>
            <a:ext cx="8422656" cy="45622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/>
          <p:cNvSpPr txBox="1">
            <a:spLocks/>
          </p:cNvSpPr>
          <p:nvPr/>
        </p:nvSpPr>
        <p:spPr>
          <a:xfrm>
            <a:off x="1451579" y="1257300"/>
            <a:ext cx="9603275" cy="596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320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Czeitner András - Tesztelés</a:t>
            </a:r>
          </a:p>
        </p:txBody>
      </p:sp>
      <p:pic>
        <p:nvPicPr>
          <p:cNvPr id="40962" name="Picture 2" descr="https://cdn.discordapp.com/attachments/812059683393110017/1439330769108471859/0b063826-e102-423a-a3f0-da25c2283bb3.png?ex=691a20bc&amp;is=6918cf3c&amp;hm=e7ee6c4f8a61888e1395ca35c86c3d817f192e118aa4ded687a7a4292a37fd26&amp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3100" y="1943100"/>
            <a:ext cx="5935776" cy="4762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418680"/>
          </a:xfrm>
        </p:spPr>
        <p:txBody>
          <a:bodyPr>
            <a:normAutofit/>
          </a:bodyPr>
          <a:lstStyle/>
          <a:p>
            <a:r>
              <a:rPr lang="hu-HU" sz="3200" dirty="0"/>
              <a:t>Molnár Attila Management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F5E240A-3213-AB66-3490-B67AB724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05" y="3588589"/>
            <a:ext cx="3610465" cy="307721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EC6BEF6-417E-4B25-FC15-F9A18085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51" y="2370349"/>
            <a:ext cx="3621419" cy="420812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252F1FA-58E6-8D55-BAC6-75278DAEF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604" y="597102"/>
            <a:ext cx="2554970" cy="307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82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08446" y="1253095"/>
            <a:ext cx="8115115" cy="592958"/>
          </a:xfrm>
        </p:spPr>
        <p:txBody>
          <a:bodyPr>
            <a:normAutofit/>
          </a:bodyPr>
          <a:lstStyle/>
          <a:p>
            <a:r>
              <a:rPr lang="hu-HU" dirty="0"/>
              <a:t>Molnár Attila- </a:t>
            </a:r>
            <a:r>
              <a:rPr lang="hu-HU" dirty="0" err="1"/>
              <a:t>Git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30DBF84-8C67-8166-0D65-FEF3A3210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1" y="2495550"/>
            <a:ext cx="4553948" cy="406283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34FCA43-70CA-B2A9-CAD0-DD7532037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331" y="3542994"/>
            <a:ext cx="3225422" cy="293790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437A2A37-4FD2-48EF-6E8F-8D1AA6EB3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404" y="2923576"/>
            <a:ext cx="3401772" cy="259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64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/>
          <p:cNvSpPr>
            <a:spLocks noGrp="1"/>
          </p:cNvSpPr>
          <p:nvPr>
            <p:ph type="title"/>
          </p:nvPr>
        </p:nvSpPr>
        <p:spPr>
          <a:xfrm>
            <a:off x="722862" y="1290291"/>
            <a:ext cx="9603275" cy="559792"/>
          </a:xfrm>
        </p:spPr>
        <p:txBody>
          <a:bodyPr>
            <a:normAutofit/>
          </a:bodyPr>
          <a:lstStyle/>
          <a:p>
            <a:r>
              <a:rPr lang="hu-HU" dirty="0"/>
              <a:t>Molnár </a:t>
            </a:r>
            <a:r>
              <a:rPr lang="hu-HU" dirty="0" err="1"/>
              <a:t>attila</a:t>
            </a:r>
            <a:r>
              <a:rPr lang="hu-HU" dirty="0"/>
              <a:t> - Dokumentáció</a:t>
            </a:r>
          </a:p>
        </p:txBody>
      </p:sp>
      <p:sp>
        <p:nvSpPr>
          <p:cNvPr id="36866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AC51E4C-7C89-3C54-9FFB-C72B8DF0B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581275"/>
            <a:ext cx="4554806" cy="266843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3352C05-B4D6-E48D-0629-DE0E1B8E5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679" y="1066826"/>
            <a:ext cx="4309921" cy="2229488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AFC4F46-621C-30DF-7DB2-B57526544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156" y="3561687"/>
            <a:ext cx="4691296" cy="30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99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1579" y="1257300"/>
            <a:ext cx="9603275" cy="596453"/>
          </a:xfrm>
        </p:spPr>
        <p:txBody>
          <a:bodyPr>
            <a:normAutofit/>
          </a:bodyPr>
          <a:lstStyle/>
          <a:p>
            <a:r>
              <a:rPr lang="hu-HU" dirty="0"/>
              <a:t>Molnár </a:t>
            </a:r>
            <a:r>
              <a:rPr lang="hu-HU" dirty="0" err="1"/>
              <a:t>attila</a:t>
            </a:r>
            <a:r>
              <a:rPr lang="hu-HU" dirty="0"/>
              <a:t>- fejlesztés</a:t>
            </a:r>
          </a:p>
        </p:txBody>
      </p:sp>
    </p:spTree>
    <p:extLst>
      <p:ext uri="{BB962C8B-B14F-4D97-AF65-F5344CB8AC3E}">
        <p14:creationId xmlns:p14="http://schemas.microsoft.com/office/powerpoint/2010/main" val="2431580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/>
          <p:cNvSpPr txBox="1">
            <a:spLocks/>
          </p:cNvSpPr>
          <p:nvPr/>
        </p:nvSpPr>
        <p:spPr>
          <a:xfrm>
            <a:off x="1451579" y="1257300"/>
            <a:ext cx="9603275" cy="596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3200" cap="all" dirty="0">
                <a:latin typeface="+mj-lt"/>
                <a:ea typeface="+mj-ea"/>
                <a:cs typeface="+mj-cs"/>
              </a:rPr>
              <a:t>Molnár </a:t>
            </a:r>
            <a:r>
              <a:rPr lang="hu-HU" sz="3200" cap="all" dirty="0" err="1">
                <a:latin typeface="+mj-lt"/>
                <a:ea typeface="+mj-ea"/>
                <a:cs typeface="+mj-cs"/>
              </a:rPr>
              <a:t>attila</a:t>
            </a:r>
            <a:r>
              <a:rPr kumimoji="0" lang="hu-HU" sz="320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- Tesztelés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0AE7B46-C699-EEAC-7EEC-3A0012D68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803" y="2219325"/>
            <a:ext cx="5592394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9989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</TotalTime>
  <Words>149</Words>
  <Application>Microsoft Office PowerPoint</Application>
  <PresentationFormat>Szélesvásznú</PresentationFormat>
  <Paragraphs>35</Paragraphs>
  <Slides>34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35" baseType="lpstr">
      <vt:lpstr>Galéria</vt:lpstr>
      <vt:lpstr>Kanban webalkalmazás</vt:lpstr>
      <vt:lpstr>Daróczi Levente - Management</vt:lpstr>
      <vt:lpstr>Daróczi Levente - Management </vt:lpstr>
      <vt:lpstr>Daróczi Levente - git</vt:lpstr>
      <vt:lpstr>PowerPoint-bemutató</vt:lpstr>
      <vt:lpstr>Daróczi Levente - dokumentáció</vt:lpstr>
      <vt:lpstr>Daróczi Levente - fejlesztés</vt:lpstr>
      <vt:lpstr>Daróczi Levente - fejlesztés </vt:lpstr>
      <vt:lpstr>Daróczi Levente - fejlesztés</vt:lpstr>
      <vt:lpstr>Daróczi Levente - fejlesztés</vt:lpstr>
      <vt:lpstr>Daróczi Levente - fejlesztés</vt:lpstr>
      <vt:lpstr>PowerPoint-bemutató</vt:lpstr>
      <vt:lpstr>PowerPoint-bemutató</vt:lpstr>
      <vt:lpstr>Daróczi Levente - Tesztelés</vt:lpstr>
      <vt:lpstr>Daróczi Levente - Tesztelés </vt:lpstr>
      <vt:lpstr>Vlajk Sándor - Management</vt:lpstr>
      <vt:lpstr>Vlajk Sándor - Git</vt:lpstr>
      <vt:lpstr>Vlajk Sándor – Dokumentáció</vt:lpstr>
      <vt:lpstr>Vlajk Sándor – Fejlesztés</vt:lpstr>
      <vt:lpstr>Vlajk Sándor - Fejlesztés</vt:lpstr>
      <vt:lpstr>Vlajk Sándor - Fejlesztés</vt:lpstr>
      <vt:lpstr>Vlajk Sándor - Tesztelés</vt:lpstr>
      <vt:lpstr>Czeitner András - management</vt:lpstr>
      <vt:lpstr>Czeitner András - Git</vt:lpstr>
      <vt:lpstr>PowerPoint-bemutató</vt:lpstr>
      <vt:lpstr>Czeitner András - Dokumentáció</vt:lpstr>
      <vt:lpstr>Czeitner András - fejlesztés</vt:lpstr>
      <vt:lpstr>Czeitner András - fejlesztés</vt:lpstr>
      <vt:lpstr>PowerPoint-bemutató</vt:lpstr>
      <vt:lpstr>Molnár Attila Management </vt:lpstr>
      <vt:lpstr>Molnár Attila- Git</vt:lpstr>
      <vt:lpstr>Molnár attila - Dokumentáció</vt:lpstr>
      <vt:lpstr>Molnár attila- fejlesztés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 webalkalmazás</dc:title>
  <dc:creator>Daróczi Levente Tibor</dc:creator>
  <cp:lastModifiedBy>Ati</cp:lastModifiedBy>
  <cp:revision>129</cp:revision>
  <dcterms:created xsi:type="dcterms:W3CDTF">2025-11-14T12:07:17Z</dcterms:created>
  <dcterms:modified xsi:type="dcterms:W3CDTF">2025-12-06T20:29:56Z</dcterms:modified>
</cp:coreProperties>
</file>