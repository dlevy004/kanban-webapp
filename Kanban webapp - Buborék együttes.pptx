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41"/>
  </p:notesMasterIdLst>
  <p:handoutMasterIdLst>
    <p:handoutMasterId r:id="rId42"/>
  </p:handoutMasterIdLst>
  <p:sldIdLst>
    <p:sldId id="258" r:id="rId2"/>
    <p:sldId id="259" r:id="rId3"/>
    <p:sldId id="290" r:id="rId4"/>
    <p:sldId id="260" r:id="rId5"/>
    <p:sldId id="268" r:id="rId6"/>
    <p:sldId id="261" r:id="rId7"/>
    <p:sldId id="266" r:id="rId8"/>
    <p:sldId id="291" r:id="rId9"/>
    <p:sldId id="262" r:id="rId10"/>
    <p:sldId id="263" r:id="rId11"/>
    <p:sldId id="264" r:id="rId12"/>
    <p:sldId id="292" r:id="rId13"/>
    <p:sldId id="293" r:id="rId14"/>
    <p:sldId id="267" r:id="rId15"/>
    <p:sldId id="294" r:id="rId16"/>
    <p:sldId id="269" r:id="rId17"/>
    <p:sldId id="270" r:id="rId18"/>
    <p:sldId id="271" r:id="rId19"/>
    <p:sldId id="272" r:id="rId20"/>
    <p:sldId id="273" r:id="rId21"/>
    <p:sldId id="274" r:id="rId22"/>
    <p:sldId id="295" r:id="rId23"/>
    <p:sldId id="296" r:id="rId24"/>
    <p:sldId id="297" r:id="rId25"/>
    <p:sldId id="298" r:id="rId26"/>
    <p:sldId id="275" r:id="rId27"/>
    <p:sldId id="299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7" r:id="rId38"/>
    <p:sldId id="288" r:id="rId39"/>
    <p:sldId id="289" r:id="rId4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FF116E3-B540-92BE-67DA-E6EFA372FD37}" v="290" dt="2025-12-06T20:24:49.58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32" d="100"/>
          <a:sy n="132" d="100"/>
        </p:scale>
        <p:origin x="156" y="35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handoutMaster" Target="handoutMasters/handoutMaster1.xml"/><Relationship Id="rId47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>
            <a:extLst>
              <a:ext uri="{FF2B5EF4-FFF2-40B4-BE49-F238E27FC236}">
                <a16:creationId xmlns:a16="http://schemas.microsoft.com/office/drawing/2014/main" id="{8B3139B0-081C-FE30-0B39-CA323200698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2B3B78BF-44EC-6563-0DAB-79B7460CA83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5EECD7-D4C7-4FE3-AB70-00E199DD6761}" type="datetimeFigureOut">
              <a:rPr lang="hu-HU" smtClean="0"/>
              <a:pPr/>
              <a:t>2025. 12. 07.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E3EC39D6-A0F8-45E6-7791-5C50A0DBB47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2F2DDB24-4697-57F6-2A56-F247C6312B6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04402C-C6F0-495F-ADE6-07855EA9D352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3084495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5DABCF-F2FF-4310-8608-C10C325E963C}" type="datetimeFigureOut">
              <a:rPr lang="hu-HU" smtClean="0"/>
              <a:pPr/>
              <a:t>2025. 12. 07.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1DC74D-9B6A-4707-A793-6FDBF6F7CCC6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080338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1DC74D-9B6A-4707-A793-6FDBF6F7CCC6}" type="slidenum">
              <a:rPr lang="hu-HU" smtClean="0"/>
              <a:pPr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444357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pPr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5892265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pPr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6284126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pPr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4186830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pPr/>
              <a:t>12/7/2025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00596866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pPr/>
              <a:t>12/7/2025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0441236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pPr/>
              <a:t>12/7/2025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326487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pPr/>
              <a:t>12/7/2025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359683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pPr/>
              <a:t>12/7/2025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7110938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67F45AC6-C491-4585-A584-9CE2AF7D5500}" type="datetime1">
              <a:rPr lang="en-US" smtClean="0"/>
              <a:pPr/>
              <a:t>12/7/2025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1406703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pPr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267506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pPr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2826027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F45AC6-C491-4585-A584-9CE2AF7D5500}" type="datetime1">
              <a:rPr lang="en-US" smtClean="0"/>
              <a:pPr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8649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7" Type="http://schemas.openxmlformats.org/officeDocument/2006/relationships/image" Target="../media/image14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69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5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8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4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7.pn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7">
            <a:extLst>
              <a:ext uri="{FF2B5EF4-FFF2-40B4-BE49-F238E27FC236}">
                <a16:creationId xmlns:a16="http://schemas.microsoft.com/office/drawing/2014/main" id="{1EE485E7-7D6D-4CB0-A3AD-261D97B2EF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9">
            <a:extLst>
              <a:ext uri="{FF2B5EF4-FFF2-40B4-BE49-F238E27FC236}">
                <a16:creationId xmlns:a16="http://schemas.microsoft.com/office/drawing/2014/main" id="{A55E3208-F0C4-4962-8946-065C94F89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71137672-A00C-135C-4D3A-698554AD73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40235" y="1027937"/>
            <a:ext cx="6083708" cy="3711894"/>
          </a:xfrm>
        </p:spPr>
        <p:txBody>
          <a:bodyPr anchor="ctr">
            <a:normAutofit/>
          </a:bodyPr>
          <a:lstStyle/>
          <a:p>
            <a:r>
              <a:rPr lang="hu-HU" sz="5400"/>
              <a:t>Kanban webalkalmazás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44E7AF2D-E654-D9AB-9F02-59791EDDA4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8057" y="1027937"/>
            <a:ext cx="3254899" cy="3711894"/>
          </a:xfrm>
        </p:spPr>
        <p:txBody>
          <a:bodyPr anchor="ctr">
            <a:normAutofit/>
          </a:bodyPr>
          <a:lstStyle/>
          <a:p>
            <a:pPr algn="r"/>
            <a:r>
              <a:rPr lang="hu-HU" dirty="0"/>
              <a:t>Készítette: buborék együttes</a:t>
            </a:r>
          </a:p>
        </p:txBody>
      </p:sp>
      <p:cxnSp>
        <p:nvCxnSpPr>
          <p:cNvPr id="24" name="Straight Connector 11">
            <a:extLst>
              <a:ext uri="{FF2B5EF4-FFF2-40B4-BE49-F238E27FC236}">
                <a16:creationId xmlns:a16="http://schemas.microsoft.com/office/drawing/2014/main" id="{4FAE17D3-C2DC-4665-AF20-33C5BACD5E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375124"/>
            <a:ext cx="0" cy="301752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Picture 13">
            <a:extLst>
              <a:ext uri="{FF2B5EF4-FFF2-40B4-BE49-F238E27FC236}">
                <a16:creationId xmlns:a16="http://schemas.microsoft.com/office/drawing/2014/main" id="{7021C573-B3FF-44B8-A5DE-AB39E9AA6B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26" name="Straight Connector 15">
            <a:extLst>
              <a:ext uri="{FF2B5EF4-FFF2-40B4-BE49-F238E27FC236}">
                <a16:creationId xmlns:a16="http://schemas.microsoft.com/office/drawing/2014/main" id="{50B0CCD4-E9B0-43B2-806F-05EDF57A76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40489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CCA6EE2-06DB-5C6F-DE67-88982F94B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/>
              <a:t>Daróczi Levente - Management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20DEFDA-C5D7-B11A-C2EA-BD5FB711AF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59479"/>
          </a:xfrm>
        </p:spPr>
        <p:txBody>
          <a:bodyPr/>
          <a:lstStyle/>
          <a:p>
            <a:r>
              <a:rPr lang="hu-HU" dirty="0"/>
              <a:t>Használt feladatkövető rendszer: </a:t>
            </a:r>
            <a:r>
              <a:rPr lang="hu-HU" dirty="0" err="1"/>
              <a:t>Trello</a:t>
            </a:r>
            <a:endParaRPr lang="hu-HU" dirty="0"/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27EF9704-8E56-4E28-96D9-C00498099B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8933" y="5326365"/>
            <a:ext cx="3019846" cy="1276528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2E3E1D1A-044A-2591-10EC-F3EE8AB6A1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4388" y="3719594"/>
            <a:ext cx="3067478" cy="1448002"/>
          </a:xfrm>
          <a:prstGeom prst="rect">
            <a:avLst/>
          </a:prstGeom>
        </p:spPr>
      </p:pic>
      <p:pic>
        <p:nvPicPr>
          <p:cNvPr id="23" name="Kép 22">
            <a:extLst>
              <a:ext uri="{FF2B5EF4-FFF2-40B4-BE49-F238E27FC236}">
                <a16:creationId xmlns:a16="http://schemas.microsoft.com/office/drawing/2014/main" id="{14E70A7E-76E8-5D09-7108-FB306C9CD2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1154" y="2522080"/>
            <a:ext cx="3278482" cy="1418277"/>
          </a:xfrm>
          <a:prstGeom prst="rect">
            <a:avLst/>
          </a:prstGeom>
        </p:spPr>
      </p:pic>
      <p:pic>
        <p:nvPicPr>
          <p:cNvPr id="4" name="Kép 3" descr="A képen szöveg, képernyőkép, multimédia látható&#10;&#10;Lehet, hogy az AI által létrehozott tartalom helytelen.">
            <a:extLst>
              <a:ext uri="{FF2B5EF4-FFF2-40B4-BE49-F238E27FC236}">
                <a16:creationId xmlns:a16="http://schemas.microsoft.com/office/drawing/2014/main" id="{DF41EF3A-3453-5B4B-528E-A21BDFC49D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5621" y="4092090"/>
            <a:ext cx="3190875" cy="2590800"/>
          </a:xfrm>
          <a:prstGeom prst="rect">
            <a:avLst/>
          </a:prstGeom>
        </p:spPr>
      </p:pic>
      <p:pic>
        <p:nvPicPr>
          <p:cNvPr id="5" name="Kép 4" descr="A képen szöveg, képernyőkép, multimédia látható&#10;&#10;Lehet, hogy az AI által létrehozott tartalom helytelen.">
            <a:extLst>
              <a:ext uri="{FF2B5EF4-FFF2-40B4-BE49-F238E27FC236}">
                <a16:creationId xmlns:a16="http://schemas.microsoft.com/office/drawing/2014/main" id="{D45A65B9-52BA-4D12-1072-5310891589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19429" y="4076949"/>
            <a:ext cx="3133725" cy="2533650"/>
          </a:xfrm>
          <a:prstGeom prst="rect">
            <a:avLst/>
          </a:prstGeom>
        </p:spPr>
      </p:pic>
      <p:pic>
        <p:nvPicPr>
          <p:cNvPr id="6" name="Kép 5" descr="A képen szöveg, képernyőkép, multimédia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id="{D6972E51-27F1-EA81-5CEE-39A923D66D7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31953" y="2468112"/>
            <a:ext cx="3181350" cy="1466850"/>
          </a:xfrm>
          <a:prstGeom prst="rect">
            <a:avLst/>
          </a:prstGeom>
        </p:spPr>
      </p:pic>
      <p:pic>
        <p:nvPicPr>
          <p:cNvPr id="8" name="Kép 7" descr="A képen szöveg, képernyőkép látható&#10;&#10;Lehet, hogy az AI által létrehozott tartalom helytelen.">
            <a:extLst>
              <a:ext uri="{FF2B5EF4-FFF2-40B4-BE49-F238E27FC236}">
                <a16:creationId xmlns:a16="http://schemas.microsoft.com/office/drawing/2014/main" id="{AE6DB562-89EA-DF6C-DFDE-9283986F0D95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4054" r="12162" b="-1083"/>
          <a:stretch>
            <a:fillRect/>
          </a:stretch>
        </p:blipFill>
        <p:spPr>
          <a:xfrm>
            <a:off x="8686586" y="433031"/>
            <a:ext cx="2815153" cy="3194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365346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FB46F62-1A57-5983-2380-8234D9D93B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Management</a:t>
            </a:r>
          </a:p>
          <a:p>
            <a:endParaRPr lang="hu-HU" dirty="0"/>
          </a:p>
        </p:txBody>
      </p:sp>
      <p:pic>
        <p:nvPicPr>
          <p:cNvPr id="4" name="Kép 3" descr="A képen szöveg, képernyőkép, szoftver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id="{30CE5DBA-A1D6-2558-BD72-D198CEAE60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5871" y="1613246"/>
            <a:ext cx="4705350" cy="2457450"/>
          </a:xfrm>
          <a:prstGeom prst="rect">
            <a:avLst/>
          </a:prstGeom>
        </p:spPr>
      </p:pic>
      <p:pic>
        <p:nvPicPr>
          <p:cNvPr id="5" name="Kép 4" descr="A képen szöveg, képernyőkép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id="{27F74772-25D0-BA3E-617B-A3718BFDA1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444" y="1950597"/>
            <a:ext cx="5090330" cy="1471825"/>
          </a:xfrm>
          <a:prstGeom prst="rect">
            <a:avLst/>
          </a:prstGeom>
        </p:spPr>
      </p:pic>
      <p:pic>
        <p:nvPicPr>
          <p:cNvPr id="6" name="Kép 5" descr="A képen szöveg, képernyőkép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id="{B6ED6F96-F8FB-F1F2-CB1E-D01E960CC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7683" y="5526332"/>
            <a:ext cx="4429125" cy="1057275"/>
          </a:xfrm>
          <a:prstGeom prst="rect">
            <a:avLst/>
          </a:prstGeom>
        </p:spPr>
      </p:pic>
      <p:pic>
        <p:nvPicPr>
          <p:cNvPr id="7" name="Kép 6" descr="A képen szöveg, képernyőkép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id="{6CEB9145-23B1-A070-6972-082CC83886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531" y="3531209"/>
            <a:ext cx="5078292" cy="1049949"/>
          </a:xfrm>
          <a:prstGeom prst="rect">
            <a:avLst/>
          </a:prstGeom>
        </p:spPr>
      </p:pic>
      <p:pic>
        <p:nvPicPr>
          <p:cNvPr id="8" name="Kép 7" descr="A képen szöveg, képernyőkép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id="{16D53964-D552-5B19-E65F-E2659D1980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6157" y="4784112"/>
            <a:ext cx="5088549" cy="1803157"/>
          </a:xfrm>
          <a:prstGeom prst="rect">
            <a:avLst/>
          </a:prstGeom>
        </p:spPr>
      </p:pic>
      <p:pic>
        <p:nvPicPr>
          <p:cNvPr id="10" name="Kép 9" descr="A képen szöveg, képernyőkép, Betűtípus, embléma látható&#10;&#10;Lehet, hogy az AI által létrehozott tartalom helytelen.">
            <a:extLst>
              <a:ext uri="{FF2B5EF4-FFF2-40B4-BE49-F238E27FC236}">
                <a16:creationId xmlns:a16="http://schemas.microsoft.com/office/drawing/2014/main" id="{3B757F7B-301B-5E38-57D8-6905EF82CCE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5633" y="4193564"/>
            <a:ext cx="5229225" cy="1190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07007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FDF651E-95C6-F9ED-7E3D-E593C9E1D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</a:t>
            </a:r>
            <a:r>
              <a:rPr lang="hu-HU" dirty="0" err="1"/>
              <a:t>git</a:t>
            </a:r>
            <a:endParaRPr lang="hu-HU" dirty="0"/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C2E531C9-CFFE-95F3-CB20-5D333CB1EE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153" y="3564393"/>
            <a:ext cx="5001221" cy="1221775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AB2CA154-66E9-DE43-42C2-9E1C40C06D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153" y="4931906"/>
            <a:ext cx="5001221" cy="1794916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C66B2441-EA2E-CFBA-88E9-16A3FACE4A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153" y="1999492"/>
            <a:ext cx="5001221" cy="1419163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33C624EB-6869-022C-0713-377C1FF1F9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7627" y="1999492"/>
            <a:ext cx="5000225" cy="2429319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id="{F33E6BB1-ED6C-389B-44B0-CEB31E7DA6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3509" y="4626623"/>
            <a:ext cx="4994343" cy="1202741"/>
          </a:xfrm>
          <a:prstGeom prst="rect">
            <a:avLst/>
          </a:prstGeom>
        </p:spPr>
      </p:pic>
      <p:pic>
        <p:nvPicPr>
          <p:cNvPr id="21" name="Kép 20">
            <a:extLst>
              <a:ext uri="{FF2B5EF4-FFF2-40B4-BE49-F238E27FC236}">
                <a16:creationId xmlns:a16="http://schemas.microsoft.com/office/drawing/2014/main" id="{559A1832-1C2F-A86C-7928-E56FB368149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66630" y="5962526"/>
            <a:ext cx="5001222" cy="692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855717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15780-9757-D06C-EB84-20F310B80C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EAF2EC1B-0DBF-7B5B-E80C-601BC1B103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0940" y="152413"/>
            <a:ext cx="8570120" cy="6553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131550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D7C5913-E755-24D3-ED0E-B0BD4D8D4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dokumentáció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0A17DD4E-D398-7B13-D12D-81FBFB0F36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1579" y="4623074"/>
            <a:ext cx="7086047" cy="2155066"/>
          </a:xfrm>
          <a:prstGeom prst="rect">
            <a:avLst/>
          </a:prstGeom>
        </p:spPr>
      </p:pic>
      <p:pic>
        <p:nvPicPr>
          <p:cNvPr id="11" name="Kép 10" descr="A képen diagram, vázlat, Műszaki rajz, Tervrajz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D820F8E4-942C-5B29-932C-E33AD0D469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07377" y="269557"/>
            <a:ext cx="3101799" cy="6318886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19745C17-69BF-2E47-C0A2-7554C86219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211" y="1660720"/>
            <a:ext cx="6205385" cy="2861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34678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6E3975F-341A-4037-8226-51ED45249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fejlesztés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A414179-0CF2-3378-F619-A3FE528B5B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err="1"/>
              <a:t>Tech</a:t>
            </a:r>
            <a:r>
              <a:rPr lang="hu-HU" dirty="0"/>
              <a:t> </a:t>
            </a:r>
            <a:r>
              <a:rPr lang="hu-HU" dirty="0" err="1"/>
              <a:t>stack</a:t>
            </a:r>
            <a:r>
              <a:rPr lang="hu-HU" dirty="0"/>
              <a:t>:</a:t>
            </a:r>
          </a:p>
          <a:p>
            <a:pPr lvl="1"/>
            <a:r>
              <a:rPr lang="hu-HU" dirty="0"/>
              <a:t>Backend: Node.js, Express.js, </a:t>
            </a:r>
            <a:r>
              <a:rPr lang="hu-HU" dirty="0" err="1"/>
              <a:t>MongoDB</a:t>
            </a:r>
            <a:r>
              <a:rPr lang="hu-HU" dirty="0"/>
              <a:t>, JWT</a:t>
            </a:r>
          </a:p>
          <a:p>
            <a:pPr lvl="1"/>
            <a:r>
              <a:rPr lang="hu-HU" dirty="0"/>
              <a:t>Frontend: React.js, </a:t>
            </a:r>
            <a:r>
              <a:rPr lang="hu-HU" dirty="0" err="1"/>
              <a:t>Vite</a:t>
            </a:r>
            <a:r>
              <a:rPr lang="hu-HU" dirty="0"/>
              <a:t>, JSX, CSS3</a:t>
            </a:r>
          </a:p>
          <a:p>
            <a:pPr lvl="1"/>
            <a:r>
              <a:rPr lang="hu-HU" dirty="0"/>
              <a:t>API tesztelés:  </a:t>
            </a:r>
            <a:r>
              <a:rPr lang="hu-HU" dirty="0" err="1"/>
              <a:t>Thunder</a:t>
            </a:r>
            <a:r>
              <a:rPr lang="hu-HU" dirty="0"/>
              <a:t> </a:t>
            </a:r>
            <a:r>
              <a:rPr lang="hu-HU" dirty="0" err="1"/>
              <a:t>client</a:t>
            </a:r>
          </a:p>
          <a:p>
            <a:pPr lvl="1"/>
            <a:r>
              <a:rPr lang="hu-HU" dirty="0"/>
              <a:t>Egységtesztelés: </a:t>
            </a:r>
            <a:r>
              <a:rPr lang="hu-HU" dirty="0" err="1"/>
              <a:t>Jest</a:t>
            </a:r>
          </a:p>
          <a:p>
            <a:pPr lvl="1"/>
            <a:r>
              <a:rPr lang="hu-HU" dirty="0"/>
              <a:t>Kódszerkesztő:  </a:t>
            </a:r>
            <a:r>
              <a:rPr lang="hu-HU" dirty="0" err="1"/>
              <a:t>VSCode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996424764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026B396-4F63-E37D-2073-6DBF5A62D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fejlesztés</a:t>
            </a:r>
          </a:p>
          <a:p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1B0CC2F-BDD1-D484-A889-A548C62440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Bejelentkezés / regisztráció - Backend, frontend</a:t>
            </a:r>
          </a:p>
          <a:p>
            <a:r>
              <a:rPr lang="hu-HU" dirty="0" err="1"/>
              <a:t>Board</a:t>
            </a:r>
            <a:r>
              <a:rPr lang="hu-HU" dirty="0"/>
              <a:t> – Frontend </a:t>
            </a:r>
            <a:r>
              <a:rPr lang="hu-HU" dirty="0" err="1"/>
              <a:t>mock</a:t>
            </a:r>
            <a:r>
              <a:rPr lang="hu-HU" dirty="0"/>
              <a:t> adatokkal, backend alapok</a:t>
            </a:r>
          </a:p>
          <a:p>
            <a:r>
              <a:rPr lang="hu-HU" dirty="0" err="1"/>
              <a:t>Task</a:t>
            </a:r>
            <a:r>
              <a:rPr lang="hu-HU" dirty="0"/>
              <a:t> – Frontend, backend alapok</a:t>
            </a:r>
          </a:p>
          <a:p>
            <a:r>
              <a:rPr lang="hu-HU" err="1"/>
              <a:t>Darkmode</a:t>
            </a:r>
            <a:r>
              <a:rPr lang="hu-HU" dirty="0"/>
              <a:t> színek javítása</a:t>
            </a:r>
          </a:p>
          <a:p>
            <a:r>
              <a:rPr lang="hu-HU" dirty="0" err="1"/>
              <a:t>Profile</a:t>
            </a:r>
            <a:r>
              <a:rPr lang="hu-HU" dirty="0"/>
              <a:t> oldal – backend</a:t>
            </a:r>
          </a:p>
          <a:p>
            <a:r>
              <a:rPr lang="hu-HU" dirty="0"/>
              <a:t>Egységtesztek megírása saját funkciókhoz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0494419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A1E2D64-30E7-AF6E-D31C-64C7F5D01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fejlesztés</a:t>
            </a:r>
          </a:p>
        </p:txBody>
      </p:sp>
      <p:pic>
        <p:nvPicPr>
          <p:cNvPr id="5" name="Kép 4" descr="A képen szöveg, képernyőkép, szoftver, Számítógépes ikon látható&#10;&#10;Lehet, hogy az AI által létrehozott tartalom helytelen.">
            <a:extLst>
              <a:ext uri="{FF2B5EF4-FFF2-40B4-BE49-F238E27FC236}">
                <a16:creationId xmlns:a16="http://schemas.microsoft.com/office/drawing/2014/main" id="{FDA896AB-95F0-01B7-58C4-F87EA6CFEC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4031" y="1326934"/>
            <a:ext cx="10128739" cy="5341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5318121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41A21-F3A4-BEED-4335-B280F0476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B244E95-BDC4-8D7E-9410-C71185CE8C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fejlesztés</a:t>
            </a:r>
          </a:p>
        </p:txBody>
      </p:sp>
      <p:pic>
        <p:nvPicPr>
          <p:cNvPr id="3" name="Kép 2" descr="A képen szöveg, képernyőkép, szoftver, Számítógépes ikon látható&#10;&#10;Lehet, hogy az AI által létrehozott tartalom helytelen.">
            <a:extLst>
              <a:ext uri="{FF2B5EF4-FFF2-40B4-BE49-F238E27FC236}">
                <a16:creationId xmlns:a16="http://schemas.microsoft.com/office/drawing/2014/main" id="{3EAEA149-FD4B-C486-6C06-27AE284344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0625" y="1323883"/>
            <a:ext cx="10108407" cy="5329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496070"/>
      </p:ext>
    </p:extLst>
  </p:cSld>
  <p:clrMapOvr>
    <a:masterClrMapping/>
  </p:clrMapOvr>
  <p:transition spd="med">
    <p:pull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154BA3-C252-6C61-9BFC-DE7EDB567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F4E52981-0A97-79A6-C9A4-5227C75122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411" y="1447641"/>
            <a:ext cx="10080372" cy="5342229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97CEF7D3-2587-8E79-1C83-BE4B85DDBD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fejlesztés</a:t>
            </a:r>
          </a:p>
        </p:txBody>
      </p:sp>
    </p:spTree>
    <p:extLst>
      <p:ext uri="{BB962C8B-B14F-4D97-AF65-F5344CB8AC3E}">
        <p14:creationId xmlns:p14="http://schemas.microsoft.com/office/powerpoint/2010/main" val="3446405935"/>
      </p:ext>
    </p:extLst>
  </p:cSld>
  <p:clrMapOvr>
    <a:masterClrMapping/>
  </p:clrMapOvr>
  <p:transition spd="med">
    <p:pull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2E1A329-249F-85D8-8CC6-9930E3C886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Tartalom helye 3" descr="A képen szöveg, képernyőkép, szoftver, Multimédiás szoftver látható&#10;&#10;Lehet, hogy az AI által létrehozott tartalom helytelen.">
            <a:extLst>
              <a:ext uri="{FF2B5EF4-FFF2-40B4-BE49-F238E27FC236}">
                <a16:creationId xmlns:a16="http://schemas.microsoft.com/office/drawing/2014/main" id="{A2B01C89-749B-41EE-15F4-3AB73E8388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37854" y="503639"/>
            <a:ext cx="11321162" cy="5855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522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1ECA124-B97B-5473-763B-0D00B6351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Tartalom helye 3" descr="A képen szöveg, képernyőkép, szoftver, Multimédiás szoftver látható&#10;&#10;Lehet, hogy az AI által létrehozott tartalom helytelen.">
            <a:extLst>
              <a:ext uri="{FF2B5EF4-FFF2-40B4-BE49-F238E27FC236}">
                <a16:creationId xmlns:a16="http://schemas.microsoft.com/office/drawing/2014/main" id="{F158AEB3-5142-B0B0-3E60-0AC5B94393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7380" y="444108"/>
            <a:ext cx="11319766" cy="5962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96191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F9D479E-1FE8-51D6-A1FC-8EF788F596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Tesztelés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4198433E-9CA4-DD9B-293B-99D84D4D8B2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476"/>
          <a:stretch>
            <a:fillRect/>
          </a:stretch>
        </p:blipFill>
        <p:spPr>
          <a:xfrm>
            <a:off x="197618" y="1768510"/>
            <a:ext cx="5898382" cy="2522576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2197A9F4-A241-EB61-91DE-E7F30AF53F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618" y="4431969"/>
            <a:ext cx="5898382" cy="2315499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F33CF63A-4651-EB0E-1439-6882D81BE8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6337" y="1768510"/>
            <a:ext cx="5898382" cy="1536131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E6B3369E-E201-601C-A3FC-3D2604BA1A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6337" y="3493716"/>
            <a:ext cx="5898383" cy="2156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169213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407F714-EB82-8F09-39BE-2EA2507EA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Tesztelés</a:t>
            </a:r>
          </a:p>
          <a:p>
            <a:endParaRPr lang="hu-HU" dirty="0"/>
          </a:p>
        </p:txBody>
      </p:sp>
      <p:pic>
        <p:nvPicPr>
          <p:cNvPr id="5" name="Kép 4" descr="A képen szöveg, képernyőkép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id="{F3B441E7-FB21-E733-736D-5AE554D71E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5081" y="1369218"/>
            <a:ext cx="7391401" cy="5488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13072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angle 42">
            <a:extLst>
              <a:ext uri="{FF2B5EF4-FFF2-40B4-BE49-F238E27FC236}">
                <a16:creationId xmlns:a16="http://schemas.microsoft.com/office/drawing/2014/main" id="{905CFAD9-EABE-4F83-B098-604752164E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C99610E4-6194-4817-B152-498995E771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D885E9F4-7DB6-4B77-B1FF-80BFCE8127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DB639A2B-C30C-4F6F-B847-6960F3CF8A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51" name="Rectangle 50">
            <a:extLst>
              <a:ext uri="{FF2B5EF4-FFF2-40B4-BE49-F238E27FC236}">
                <a16:creationId xmlns:a16="http://schemas.microsoft.com/office/drawing/2014/main" id="{D9926FA0-8ED1-4F3A-B23B-FD94D82C74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A102CD9-C25A-4A86-B9D3-D7280D9142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862F8B-DB53-D69C-19EE-0A453B36C0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9301" y="1474969"/>
            <a:ext cx="2823919" cy="1868760"/>
          </a:xfrm>
        </p:spPr>
        <p:txBody>
          <a:bodyPr vert="horz" lIns="91440" tIns="45720" rIns="91440" bIns="0" rtlCol="0" anchor="b">
            <a:normAutofit/>
          </a:bodyPr>
          <a:lstStyle/>
          <a:p>
            <a:r>
              <a:rPr lang="en-US" sz="2800"/>
              <a:t>Vlajk Sándor - Management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95C5C9D-063C-AF9D-2862-059BEA52D3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9533" y="533450"/>
            <a:ext cx="4261962" cy="299402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9383BF8-280F-E773-B719-D678679863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7625" y="1071185"/>
            <a:ext cx="2015925" cy="3858231"/>
          </a:xfrm>
          <a:prstGeom prst="rect">
            <a:avLst/>
          </a:prstGeom>
        </p:spPr>
      </p:pic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90676B93-40FB-4FA7-8E89-C24B7B1F8F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59301" y="3528543"/>
            <a:ext cx="2823919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83799579-8EB9-DC77-CDAC-986F8B3F2A7D}"/>
              </a:ext>
            </a:extLst>
          </p:cNvPr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63795" y="3885819"/>
            <a:ext cx="4508551" cy="188232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3E50A31-341F-5C88-C296-35A974D498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75810" y="1340666"/>
            <a:ext cx="1890344" cy="3319267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3509D85C-1896-4695-A144-B562AFC58E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D9F55CD-CB1D-4CB9-98D3-2BC602BC43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69508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E724B9E8-02C8-4B2E-8770-A00A67760D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7B8AE548-0BFA-4792-9962-3375923C7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67639EF4-FA83-4D85-90FE-B831AF2838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CC87E76A-8F50-413D-9BFC-C5A1525BD9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54" name="Rectangle 53">
            <a:extLst>
              <a:ext uri="{FF2B5EF4-FFF2-40B4-BE49-F238E27FC236}">
                <a16:creationId xmlns:a16="http://schemas.microsoft.com/office/drawing/2014/main" id="{0F28EA84-13B4-4494-A4D3-8DE462FF0E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6BEB1B24-66CE-4D63-A39D-2D1B481DF9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A6A004-AC9E-F83D-7C6C-8E45C6DDE2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9301" y="1474969"/>
            <a:ext cx="2823919" cy="1868760"/>
          </a:xfrm>
        </p:spPr>
        <p:txBody>
          <a:bodyPr vert="horz" lIns="91440" tIns="45720" rIns="91440" bIns="0" rtlCol="0" anchor="b">
            <a:normAutofit/>
          </a:bodyPr>
          <a:lstStyle/>
          <a:p>
            <a:r>
              <a:rPr lang="en-US" sz="3600"/>
              <a:t>Vlajk Sándor - Git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78DE337D-1DBA-4536-8145-B43EE65C74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59301" y="3528543"/>
            <a:ext cx="2823919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A88E504C-4007-0FB3-BC00-5FF4F74B5C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9479" y="1522154"/>
            <a:ext cx="3693150" cy="306719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E8C27E6-D0FE-7D3F-0657-BC477A7054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6354" y="965341"/>
            <a:ext cx="3687168" cy="152344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491AA9D-40D6-945F-5458-984FA0DBC6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6051" y="3900689"/>
            <a:ext cx="3687168" cy="967500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E7233926-059A-41AD-A9F2-56552CF4FF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C13C145E-93D4-481E-92DC-736D9EBA37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12046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37">
            <a:extLst>
              <a:ext uri="{FF2B5EF4-FFF2-40B4-BE49-F238E27FC236}">
                <a16:creationId xmlns:a16="http://schemas.microsoft.com/office/drawing/2014/main" id="{E724B9E8-02C8-4B2E-8770-A00A67760D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7B8AE548-0BFA-4792-9962-3375923C7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7639EF4-FA83-4D85-90FE-B831AF2838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CC87E76A-8F50-413D-9BFC-C5A1525BD9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42" name="Rectangle 41">
            <a:extLst>
              <a:ext uri="{FF2B5EF4-FFF2-40B4-BE49-F238E27FC236}">
                <a16:creationId xmlns:a16="http://schemas.microsoft.com/office/drawing/2014/main" id="{9A1C6278-B7D5-4E8E-B4DC-8348329805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C007F3D3-099E-430E-8754-C084D0FA5F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DDDFD2-F9A9-3A01-FF2A-6CDF8AAF1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6729" y="4459039"/>
            <a:ext cx="8643011" cy="551528"/>
          </a:xfrm>
        </p:spPr>
        <p:txBody>
          <a:bodyPr vert="horz" lIns="91440" tIns="45720" rIns="91440" bIns="0" rtlCol="0" anchor="b">
            <a:normAutofit/>
          </a:bodyPr>
          <a:lstStyle/>
          <a:p>
            <a:r>
              <a:rPr lang="en-US" sz="3600"/>
              <a:t>Vlajk Sándor – Dokumentáció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C11F97F-2AE4-3D9B-35A6-AF80BEF77A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647" y="470463"/>
            <a:ext cx="3553338" cy="385699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B92CDCE-F939-2C1B-FB2C-35BCFBC612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5898" y="890198"/>
            <a:ext cx="3376192" cy="321582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20FFCFC-0AFB-A5C7-E6B7-F9D1DC4B2F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9003" y="1278460"/>
            <a:ext cx="4317350" cy="2439301"/>
          </a:xfrm>
          <a:prstGeom prst="rect">
            <a:avLst/>
          </a:prstGeom>
        </p:spPr>
      </p:pic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B9EA5DA-6DFD-447D-B8F9-CB95CA1140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776728" y="5027185"/>
            <a:ext cx="864301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45" name="Picture 44">
            <a:extLst>
              <a:ext uri="{FF2B5EF4-FFF2-40B4-BE49-F238E27FC236}">
                <a16:creationId xmlns:a16="http://schemas.microsoft.com/office/drawing/2014/main" id="{87612EF9-94E7-42BA-B4A9-4B38643FBA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E597F0B-0A17-4BF2-A904-9D99811F3E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08495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2D0E6-DFB3-5E17-192B-D3B11F717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Vlajk Sándor – </a:t>
            </a:r>
            <a:r>
              <a:rPr lang="en-US" dirty="0" err="1"/>
              <a:t>Fejlesztés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DCF374-80C3-CBE5-BC73-F12C234A38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387" y="2190530"/>
            <a:ext cx="8630854" cy="31436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3C83DBE-18EF-02F8-4CDE-12A988AA16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387" y="5504284"/>
            <a:ext cx="3410426" cy="333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07909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E724B9E8-02C8-4B2E-8770-A00A67760D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B8AE548-0BFA-4792-9962-3375923C7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7639EF4-FA83-4D85-90FE-B831AF2838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C87E76A-8F50-413D-9BFC-C5A1525BD9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9A1C6278-B7D5-4E8E-B4DC-8348329805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007F3D3-099E-430E-8754-C084D0FA5F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3CFD6D8-D4CB-7D22-6034-0448D726F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6729" y="4459039"/>
            <a:ext cx="8643011" cy="551528"/>
          </a:xfrm>
        </p:spPr>
        <p:txBody>
          <a:bodyPr vert="horz" lIns="91440" tIns="45720" rIns="91440" bIns="0" rtlCol="0" anchor="b">
            <a:normAutofit/>
          </a:bodyPr>
          <a:lstStyle/>
          <a:p>
            <a:r>
              <a:rPr lang="en-US" sz="3600"/>
              <a:t>Vlajk Sándor - Fejlesztés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328A2F4-206A-9FAD-C168-CDB9610FB7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984120" y="198045"/>
            <a:ext cx="4106012" cy="300765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A8CF25F-105A-EA84-AB38-9B2CDC7B32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4249" y="638316"/>
            <a:ext cx="5549025" cy="307970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7C5DCCD-B4B3-22CE-2C2A-CC1050E657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846" y="3271561"/>
            <a:ext cx="3386560" cy="1121616"/>
          </a:xfrm>
          <a:prstGeom prst="rect">
            <a:avLst/>
          </a:prstGeom>
        </p:spPr>
      </p:pic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B9EA5DA-6DFD-447D-B8F9-CB95CA1140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776728" y="5027185"/>
            <a:ext cx="864301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28" name="Picture 27">
            <a:extLst>
              <a:ext uri="{FF2B5EF4-FFF2-40B4-BE49-F238E27FC236}">
                <a16:creationId xmlns:a16="http://schemas.microsoft.com/office/drawing/2014/main" id="{87612EF9-94E7-42BA-B4A9-4B38643FBA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E597F0B-0A17-4BF2-A904-9D99811F3E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90832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724B9E8-02C8-4B2E-8770-A00A67760D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B8AE548-0BFA-4792-9962-3375923C7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7639EF4-FA83-4D85-90FE-B831AF2838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C87E76A-8F50-413D-9BFC-C5A1525BD9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9A1C6278-B7D5-4E8E-B4DC-8348329805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007F3D3-099E-430E-8754-C084D0FA5F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05D6E9-FB34-5D4E-D478-F5A8B0E7C2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6729" y="4459039"/>
            <a:ext cx="8643011" cy="551528"/>
          </a:xfrm>
        </p:spPr>
        <p:txBody>
          <a:bodyPr vert="horz" lIns="91440" tIns="45720" rIns="91440" bIns="0" rtlCol="0" anchor="b">
            <a:normAutofit/>
          </a:bodyPr>
          <a:lstStyle/>
          <a:p>
            <a:r>
              <a:rPr lang="en-US" sz="3600" dirty="0"/>
              <a:t>Vlajk Sándor - </a:t>
            </a:r>
            <a:r>
              <a:rPr lang="en-US" sz="3600" dirty="0" err="1"/>
              <a:t>Fejlesztés</a:t>
            </a:r>
            <a:endParaRPr lang="en-US" sz="3600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CAD100C-B467-C9FA-742C-83A81B896B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13173" y="457201"/>
            <a:ext cx="4934512" cy="268930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1D188B4-F8EB-7281-F69A-9DE7E48DAA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5216" y="1062951"/>
            <a:ext cx="5517445" cy="29794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59158A9-81B7-7204-17BE-FD603E8890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66686" y="3252392"/>
            <a:ext cx="3429598" cy="1251340"/>
          </a:xfrm>
          <a:prstGeom prst="rect">
            <a:avLst/>
          </a:prstGeom>
        </p:spPr>
      </p:pic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B9EA5DA-6DFD-447D-B8F9-CB95CA1140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776728" y="5027185"/>
            <a:ext cx="864301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31" name="Picture 30">
            <a:extLst>
              <a:ext uri="{FF2B5EF4-FFF2-40B4-BE49-F238E27FC236}">
                <a16:creationId xmlns:a16="http://schemas.microsoft.com/office/drawing/2014/main" id="{87612EF9-94E7-42BA-B4A9-4B38643FBA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597F0B-0A17-4BF2-A904-9D99811F3E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172901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31FC96-C873-9343-8DDB-0239A0914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Vlajk Sándor – </a:t>
            </a:r>
            <a:r>
              <a:rPr lang="en-US" dirty="0" err="1"/>
              <a:t>Fejlesztés</a:t>
            </a:r>
            <a:br>
              <a:rPr lang="en-US" dirty="0"/>
            </a:br>
            <a:r>
              <a:rPr lang="en-US" sz="2400" dirty="0" err="1"/>
              <a:t>Oszlop</a:t>
            </a:r>
            <a:r>
              <a:rPr lang="en-US" sz="2400" dirty="0"/>
              <a:t> </a:t>
            </a:r>
            <a:r>
              <a:rPr lang="en-US" sz="2400" dirty="0" err="1"/>
              <a:t>hozzáadás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27F6AEF-9FB4-7F52-8FDC-CA1C30DC31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000" y="2090791"/>
            <a:ext cx="6988629" cy="226244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1FCF7AC-96B8-C01C-C101-39184675D7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9246" y="3222012"/>
            <a:ext cx="4318125" cy="2903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5079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F891D-79A3-677B-CDAB-20F99A543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Vlajk Sándor – </a:t>
            </a:r>
            <a:r>
              <a:rPr lang="en-US" dirty="0" err="1"/>
              <a:t>Fejlesztés</a:t>
            </a:r>
            <a:br>
              <a:rPr lang="en-US" dirty="0"/>
            </a:br>
            <a:r>
              <a:rPr lang="en-US" sz="2400" dirty="0" err="1"/>
              <a:t>Feladat</a:t>
            </a:r>
            <a:r>
              <a:rPr lang="en-US" sz="2400" dirty="0"/>
              <a:t> </a:t>
            </a:r>
            <a:r>
              <a:rPr lang="en-US" sz="2400" dirty="0" err="1"/>
              <a:t>hozzáadás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A706A0-00B7-9D68-DFE7-FD8BC639F7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257" y="2305030"/>
            <a:ext cx="6712857" cy="279771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E88E009-A457-2444-7934-6359C44CEF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9043" y="2206745"/>
            <a:ext cx="3343742" cy="2896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36358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BBC92B-4580-542F-4A12-3071E9B095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Vlajk Sándor – </a:t>
            </a:r>
            <a:r>
              <a:rPr lang="en-US" dirty="0" err="1"/>
              <a:t>Fejlesztés</a:t>
            </a:r>
            <a:br>
              <a:rPr lang="en-US" dirty="0"/>
            </a:br>
            <a:r>
              <a:rPr lang="en-US" sz="2400" dirty="0" err="1"/>
              <a:t>Feladat</a:t>
            </a:r>
            <a:r>
              <a:rPr lang="en-US" sz="2400" dirty="0"/>
              <a:t> </a:t>
            </a:r>
            <a:r>
              <a:rPr lang="en-US" sz="2400" dirty="0" err="1"/>
              <a:t>hozzáadás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9E4430-7736-AA1C-9DAC-3B5D58EE06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515" y="2420162"/>
            <a:ext cx="3338386" cy="29332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214E037-2D45-2B4A-9449-B34A4B7464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6807" y="2416495"/>
            <a:ext cx="3338386" cy="293693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282A0D1-E797-AA15-8A6C-0A49025199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0420" y="2406559"/>
            <a:ext cx="3358065" cy="2960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93094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E724B9E8-02C8-4B2E-8770-A00A67760D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B8AE548-0BFA-4792-9962-3375923C7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7639EF4-FA83-4D85-90FE-B831AF2838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C87E76A-8F50-413D-9BFC-C5A1525BD9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9A1C6278-B7D5-4E8E-B4DC-8348329805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007F3D3-099E-430E-8754-C084D0FA5F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E040CC-8FC4-FF4A-22DF-56CE9AD06F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6729" y="4459039"/>
            <a:ext cx="8643011" cy="551528"/>
          </a:xfrm>
        </p:spPr>
        <p:txBody>
          <a:bodyPr vert="horz" lIns="91440" tIns="45720" rIns="91440" bIns="0" rtlCol="0" anchor="b">
            <a:normAutofit/>
          </a:bodyPr>
          <a:lstStyle/>
          <a:p>
            <a:r>
              <a:rPr lang="en-US" sz="1700"/>
              <a:t>Vlajk Sándor – Fejlesztés</a:t>
            </a:r>
            <a:br>
              <a:rPr lang="en-US" sz="1700"/>
            </a:br>
            <a:r>
              <a:rPr lang="en-US" sz="1700"/>
              <a:t>Drag&amp;Drop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35F6C38-D91D-4804-CE14-3D8AE22051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0533" y="1904379"/>
            <a:ext cx="2770632" cy="151973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56F0BA9-F117-85DC-B421-3A6C4A48B5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7749" y="1904378"/>
            <a:ext cx="3453943" cy="152950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7FD5589-7C31-38C3-FCF0-C445C320835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308" y="1904378"/>
            <a:ext cx="3608570" cy="1524621"/>
          </a:xfrm>
          <a:prstGeom prst="rect">
            <a:avLst/>
          </a:prstGeom>
        </p:spPr>
      </p:pic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B9EA5DA-6DFD-447D-B8F9-CB95CA1140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776728" y="5027185"/>
            <a:ext cx="864301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28" name="Picture 27">
            <a:extLst>
              <a:ext uri="{FF2B5EF4-FFF2-40B4-BE49-F238E27FC236}">
                <a16:creationId xmlns:a16="http://schemas.microsoft.com/office/drawing/2014/main" id="{87612EF9-94E7-42BA-B4A9-4B38643FBA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E597F0B-0A17-4BF2-A904-9D99811F3E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67898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EEA869E1-F851-4A52-92F5-77E592B76A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B083AD55-8296-44BD-8E14-DD2DDBC351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BF46B26-15FC-4C5A-94FA-AE9ED64B5C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912F6065-5345-44BD-B66E-5487CCD7A9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E7ABCFA2-55B0-438C-A39A-637FFC6246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BD2C934-710E-4E0E-9ED4-03F07E0192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F48F60-BA92-C874-30CC-5ED58A820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695" y="1474969"/>
            <a:ext cx="3026558" cy="1868760"/>
          </a:xfrm>
        </p:spPr>
        <p:txBody>
          <a:bodyPr vert="horz" lIns="91440" tIns="45720" rIns="91440" bIns="0" rtlCol="0" anchor="b">
            <a:normAutofit/>
          </a:bodyPr>
          <a:lstStyle/>
          <a:p>
            <a:r>
              <a:rPr lang="en-US" sz="3600" dirty="0"/>
              <a:t>Vlajk Sándor - </a:t>
            </a:r>
            <a:r>
              <a:rPr lang="en-US" sz="3600" dirty="0" err="1"/>
              <a:t>Tesztelés</a:t>
            </a:r>
            <a:endParaRPr lang="en-US" sz="3600" dirty="0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AD0F4F3-8F5C-421F-9FC1-DB3ED0BF61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84009" y="3526496"/>
            <a:ext cx="3023617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234C8A63-DED3-546C-6BEE-CEFFDC8E28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8985" y="3109744"/>
            <a:ext cx="7094289" cy="283771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68886C1-6620-95E9-B1BE-EABD49FF32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7701" y="159389"/>
            <a:ext cx="7560295" cy="26083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0A40572-62E5-460B-AD24-B6628527AC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F1D872D4-D7E5-4CD8-9DAC-2BC612F08E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88103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EEA869E1-F851-4A52-92F5-77E592B76A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083AD55-8296-44BD-8E14-DD2DDBC351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BF46B26-15FC-4C5A-94FA-AE9ED64B5C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12F6065-5345-44BD-B66E-5487CCD7A9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60B71149-EF12-409B-9E8F-12D4AD678E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6C566F3-C07E-4D3A-BBEB-E92FCDC708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1162D9-3441-3574-1189-C5AC28B432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4467" y="802298"/>
            <a:ext cx="5541503" cy="2541431"/>
          </a:xfrm>
        </p:spPr>
        <p:txBody>
          <a:bodyPr vert="horz" lIns="91440" tIns="45720" rIns="91440" bIns="0" rtlCol="0" anchor="b">
            <a:normAutofit/>
          </a:bodyPr>
          <a:lstStyle/>
          <a:p>
            <a:r>
              <a:rPr lang="en-US" sz="5400"/>
              <a:t>Vlajk Sándor - Tesztelés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14E45BC-2A88-91B6-108B-BA52F73D64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2055" y="931668"/>
            <a:ext cx="4508775" cy="2111370"/>
          </a:xfrm>
          <a:prstGeom prst="rect">
            <a:avLst/>
          </a:prstGeom>
        </p:spPr>
      </p:pic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4628083-088A-4340-9F78-79BB3B772B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442924" y="3526496"/>
            <a:ext cx="5536119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C6EE93CC-9BC8-2FEF-52A3-9B39C51F50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2055" y="3590049"/>
            <a:ext cx="4508775" cy="1449469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219E7FDC-6797-4817-820D-2594ED9389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9DF5848-4888-4C68-B050-02B3D1032A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051192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418680"/>
          </a:xfrm>
        </p:spPr>
        <p:txBody>
          <a:bodyPr>
            <a:normAutofit/>
          </a:bodyPr>
          <a:lstStyle/>
          <a:p>
            <a:r>
              <a:rPr lang="hu-HU" sz="3200" dirty="0"/>
              <a:t>Czeitner András - management</a:t>
            </a:r>
          </a:p>
        </p:txBody>
      </p:sp>
      <p:pic>
        <p:nvPicPr>
          <p:cNvPr id="5" name="Picture 12" descr="https://cdn.discordapp.com/attachments/812059683393110017/1439310372174692543/image.png?ex=691a0dbd&amp;is=6918bc3d&amp;hm=2473b7bf2008278831746b824589489045399c33f76371eede42d79fa3eba8a6&amp;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845688" y="3752470"/>
            <a:ext cx="5951926" cy="2558620"/>
          </a:xfrm>
          <a:prstGeom prst="rect">
            <a:avLst/>
          </a:prstGeom>
          <a:noFill/>
        </p:spPr>
      </p:pic>
      <p:pic>
        <p:nvPicPr>
          <p:cNvPr id="6" name="Picture 18" descr="https://cdn.discordapp.com/attachments/812059683393110017/1439311303293407394/image.png?ex=691a0e9b&amp;is=6918bd1b&amp;hm=b76267a9bd8fa2df8afb55329ccd083691ebc55d7bd545a7cf79ae6182b702a7&amp;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7738196" y="1454523"/>
            <a:ext cx="4192138" cy="4427075"/>
          </a:xfrm>
          <a:prstGeom prst="rect">
            <a:avLst/>
          </a:prstGeom>
          <a:noFill/>
        </p:spPr>
      </p:pic>
      <p:pic>
        <p:nvPicPr>
          <p:cNvPr id="7" name="Picture 2" descr="https://cdn.discordapp.com/attachments/812059683393110017/1439310147083173888/image.png?ex=691a0d88&amp;is=6918bc08&amp;hm=d9dde2fb7ff6f43b87336b768ad315f76d4e8049f9de17a1e67f0bc5c96e4af5&amp;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5383184" y="285420"/>
            <a:ext cx="2061495" cy="3303169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408446" y="1253095"/>
            <a:ext cx="8115115" cy="592958"/>
          </a:xfrm>
        </p:spPr>
        <p:txBody>
          <a:bodyPr>
            <a:normAutofit/>
          </a:bodyPr>
          <a:lstStyle/>
          <a:p>
            <a:r>
              <a:rPr lang="hu-HU" dirty="0"/>
              <a:t>Czeitner András - </a:t>
            </a:r>
            <a:r>
              <a:rPr lang="hu-HU" dirty="0" err="1"/>
              <a:t>Git</a:t>
            </a:r>
            <a:endParaRPr lang="hu-HU" dirty="0"/>
          </a:p>
        </p:txBody>
      </p:sp>
      <p:pic>
        <p:nvPicPr>
          <p:cNvPr id="34827" name="Picture 11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17362" y="2409735"/>
            <a:ext cx="5981700" cy="3228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34828" name="Picture 1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36430" y="2635729"/>
            <a:ext cx="5353050" cy="2552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DDE5CDF-1512-4CDA-B956-23D223F8DE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029D7D8-5A6B-4C76-94C8-15798C6C5A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5C9319C-E20D-4884-952F-60B6A58C3E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62C9703D-C8F9-44AD-A7C0-C2F3871F8C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16016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Kép 2" descr="A képen szöveg, képernyőkép, menü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C1C22A62-A598-64EA-AD0C-853A69A68E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0722" y="737347"/>
            <a:ext cx="9370556" cy="538807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1"/>
          <p:cNvSpPr>
            <a:spLocks noGrp="1"/>
          </p:cNvSpPr>
          <p:nvPr>
            <p:ph type="title"/>
          </p:nvPr>
        </p:nvSpPr>
        <p:spPr>
          <a:xfrm>
            <a:off x="1451579" y="1293962"/>
            <a:ext cx="9603275" cy="559792"/>
          </a:xfrm>
        </p:spPr>
        <p:txBody>
          <a:bodyPr>
            <a:normAutofit/>
          </a:bodyPr>
          <a:lstStyle/>
          <a:p>
            <a:r>
              <a:rPr lang="hu-HU" dirty="0"/>
              <a:t>Czeitner András - Dokumentáció</a:t>
            </a:r>
          </a:p>
        </p:txBody>
      </p:sp>
      <p:sp>
        <p:nvSpPr>
          <p:cNvPr id="36866" name="AutoShape 2" descr="image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  <p:pic>
        <p:nvPicPr>
          <p:cNvPr id="36868" name="Picture 4" descr="https://cdn.discordapp.com/attachments/812059683393110017/1439314057965338706/image.png?ex=691a112c&amp;is=6918bfac&amp;hm=7ba02878b65b24707a6035b4243cccf8454e5cf2085eecb6b93cfa22d6fdcdf3&amp;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93983" y="2077111"/>
            <a:ext cx="3839892" cy="3996423"/>
          </a:xfrm>
          <a:prstGeom prst="rect">
            <a:avLst/>
          </a:prstGeom>
          <a:noFill/>
        </p:spPr>
      </p:pic>
      <p:pic>
        <p:nvPicPr>
          <p:cNvPr id="36872" name="Picture 8" descr="https://cdn.discordapp.com/attachments/812059683393110017/1439314568546488421/Implementation-plan.png?ex=691a11a6&amp;is=6918c026&amp;hm=df378b1587e0da09569ce426a4f4a39b126cb5f94e9fae17b2eba004af3646a1&amp;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765675" y="2062389"/>
            <a:ext cx="2806699" cy="3972162"/>
          </a:xfrm>
          <a:prstGeom prst="rect">
            <a:avLst/>
          </a:prstGeom>
          <a:noFill/>
        </p:spPr>
      </p:pic>
      <p:pic>
        <p:nvPicPr>
          <p:cNvPr id="36876" name="Picture 12" descr="https://cdn.discordapp.com/attachments/812059683393110017/1439314778895028354/image.png?ex=691a11d8&amp;is=6918c058&amp;hm=06ee2ab5f547cb8f7e1d96fd117710c01918934c8fe96653ace54ff3062c514c&amp;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7934325" y="2047874"/>
            <a:ext cx="3651914" cy="4004233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451579" y="1257300"/>
            <a:ext cx="9603275" cy="596453"/>
          </a:xfrm>
        </p:spPr>
        <p:txBody>
          <a:bodyPr>
            <a:normAutofit/>
          </a:bodyPr>
          <a:lstStyle/>
          <a:p>
            <a:r>
              <a:rPr lang="hu-HU" dirty="0"/>
              <a:t>Czeitner András - fejlesztés</a:t>
            </a:r>
          </a:p>
        </p:txBody>
      </p:sp>
      <p:pic>
        <p:nvPicPr>
          <p:cNvPr id="7" name="Kép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6900" y="1950738"/>
            <a:ext cx="8458200" cy="457545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451579" y="1257300"/>
            <a:ext cx="9603275" cy="596453"/>
          </a:xfrm>
        </p:spPr>
        <p:txBody>
          <a:bodyPr>
            <a:normAutofit/>
          </a:bodyPr>
          <a:lstStyle/>
          <a:p>
            <a:r>
              <a:rPr lang="hu-HU" dirty="0"/>
              <a:t>Czeitner András - fejlesztés</a:t>
            </a:r>
          </a:p>
        </p:txBody>
      </p:sp>
      <p:pic>
        <p:nvPicPr>
          <p:cNvPr id="9" name="Kép 8" descr="A képen szöveg, képernyőkép, szoftver, Számítógépes ikon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48B7EA85-C43E-31A2-8BE8-68363AEF18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4672" y="1954720"/>
            <a:ext cx="8422656" cy="4562272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1"/>
          <p:cNvSpPr txBox="1">
            <a:spLocks/>
          </p:cNvSpPr>
          <p:nvPr/>
        </p:nvSpPr>
        <p:spPr>
          <a:xfrm>
            <a:off x="1451579" y="1257300"/>
            <a:ext cx="9603275" cy="59645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hu-HU" sz="3200" b="0" i="0" u="none" strike="noStrike" kern="1200" cap="all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Czeitner András - Tesztelés</a:t>
            </a:r>
          </a:p>
        </p:txBody>
      </p:sp>
      <p:pic>
        <p:nvPicPr>
          <p:cNvPr id="40962" name="Picture 2" descr="https://cdn.discordapp.com/attachments/812059683393110017/1439330769108471859/0b063826-e102-423a-a3f0-da25c2283bb3.png?ex=691a20bc&amp;is=6918cf3c&amp;hm=e7ee6c4f8a61888e1395ca35c86c3d817f192e118aa4ded687a7a4292a37fd26&amp;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3213100" y="1943100"/>
            <a:ext cx="5935776" cy="47628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418680"/>
          </a:xfrm>
        </p:spPr>
        <p:txBody>
          <a:bodyPr>
            <a:normAutofit/>
          </a:bodyPr>
          <a:lstStyle/>
          <a:p>
            <a:r>
              <a:rPr lang="hu-HU" sz="3200" dirty="0"/>
              <a:t>Molnár Attila Management 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8F5E240A-3213-AB66-3490-B67AB72443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305" y="3588589"/>
            <a:ext cx="3610465" cy="3077212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DEC6BEF6-417E-4B25-FC15-F9A180853B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7651" y="2370349"/>
            <a:ext cx="3621419" cy="4208129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8252F1FA-58E6-8D55-BAC6-75278DAEF7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0604" y="597102"/>
            <a:ext cx="2554970" cy="3077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328275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408446" y="1253095"/>
            <a:ext cx="8115115" cy="592958"/>
          </a:xfrm>
        </p:spPr>
        <p:txBody>
          <a:bodyPr>
            <a:normAutofit/>
          </a:bodyPr>
          <a:lstStyle/>
          <a:p>
            <a:r>
              <a:rPr lang="hu-HU" dirty="0"/>
              <a:t>Molnár Attila- </a:t>
            </a:r>
            <a:r>
              <a:rPr lang="hu-HU" dirty="0" err="1"/>
              <a:t>Git</a:t>
            </a:r>
            <a:endParaRPr lang="hu-HU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C30DBF84-8C67-8166-0D65-FEF3A32108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301" y="2495550"/>
            <a:ext cx="4553948" cy="4062836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F34FCA43-70CA-B2A9-CAD0-DD75320377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8331" y="3542994"/>
            <a:ext cx="3225422" cy="2937905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437A2A37-4FD2-48EF-6E8F-8D1AA6EB31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7404" y="2923576"/>
            <a:ext cx="3401772" cy="2591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856484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1"/>
          <p:cNvSpPr>
            <a:spLocks noGrp="1"/>
          </p:cNvSpPr>
          <p:nvPr>
            <p:ph type="title"/>
          </p:nvPr>
        </p:nvSpPr>
        <p:spPr>
          <a:xfrm>
            <a:off x="722862" y="1290291"/>
            <a:ext cx="9603275" cy="559792"/>
          </a:xfrm>
        </p:spPr>
        <p:txBody>
          <a:bodyPr>
            <a:normAutofit/>
          </a:bodyPr>
          <a:lstStyle/>
          <a:p>
            <a:r>
              <a:rPr lang="hu-HU" dirty="0"/>
              <a:t>Molnár </a:t>
            </a:r>
            <a:r>
              <a:rPr lang="hu-HU" dirty="0" err="1"/>
              <a:t>attila</a:t>
            </a:r>
            <a:r>
              <a:rPr lang="hu-HU" dirty="0"/>
              <a:t> - Dokumentáció</a:t>
            </a:r>
          </a:p>
        </p:txBody>
      </p:sp>
      <p:sp>
        <p:nvSpPr>
          <p:cNvPr id="36866" name="AutoShape 2" descr="image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FAC51E4C-7C89-3C54-9FFB-C72B8DF0BE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375" y="2581275"/>
            <a:ext cx="4554806" cy="2668438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D3352C05-B4D6-E48D-0629-DE0E1B8E50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2679" y="1066826"/>
            <a:ext cx="4309921" cy="2229488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9AFC4F46-621C-30DF-7DB2-B575265441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1156" y="3561687"/>
            <a:ext cx="4691296" cy="3019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479906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451579" y="1257300"/>
            <a:ext cx="9603275" cy="596453"/>
          </a:xfrm>
        </p:spPr>
        <p:txBody>
          <a:bodyPr>
            <a:normAutofit/>
          </a:bodyPr>
          <a:lstStyle/>
          <a:p>
            <a:r>
              <a:rPr lang="hu-HU" dirty="0"/>
              <a:t>Molnár </a:t>
            </a:r>
            <a:r>
              <a:rPr lang="hu-HU" dirty="0" err="1"/>
              <a:t>attila</a:t>
            </a:r>
            <a:r>
              <a:rPr lang="hu-HU" dirty="0"/>
              <a:t>- fejlesztés</a:t>
            </a:r>
          </a:p>
        </p:txBody>
      </p:sp>
    </p:spTree>
    <p:extLst>
      <p:ext uri="{BB962C8B-B14F-4D97-AF65-F5344CB8AC3E}">
        <p14:creationId xmlns:p14="http://schemas.microsoft.com/office/powerpoint/2010/main" val="243158086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1"/>
          <p:cNvSpPr txBox="1">
            <a:spLocks/>
          </p:cNvSpPr>
          <p:nvPr/>
        </p:nvSpPr>
        <p:spPr>
          <a:xfrm>
            <a:off x="1451579" y="1257300"/>
            <a:ext cx="9603275" cy="59645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sz="3200" cap="all" dirty="0">
                <a:latin typeface="+mj-lt"/>
                <a:ea typeface="+mj-ea"/>
                <a:cs typeface="+mj-cs"/>
              </a:rPr>
              <a:t>Molnár </a:t>
            </a:r>
            <a:r>
              <a:rPr lang="hu-HU" sz="3200" cap="all" dirty="0" err="1">
                <a:latin typeface="+mj-lt"/>
                <a:ea typeface="+mj-ea"/>
                <a:cs typeface="+mj-cs"/>
              </a:rPr>
              <a:t>attila</a:t>
            </a:r>
            <a:r>
              <a:rPr kumimoji="0" lang="hu-HU" sz="3200" b="0" i="0" u="none" strike="noStrike" kern="1200" cap="all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- Tesztelés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70AE7B46-C699-EEAC-7EEC-3A0012D684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9803" y="2219325"/>
            <a:ext cx="5592394" cy="4486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579989"/>
      </p:ext>
    </p:extLst>
  </p:cSld>
  <p:clrMapOvr>
    <a:masterClrMapping/>
  </p:clrMapOvr>
</p:sld>
</file>

<file path=ppt/theme/theme1.xml><?xml version="1.0" encoding="utf-8"?>
<a:theme xmlns:a="http://schemas.openxmlformats.org/drawingml/2006/main" name="Galéria">
  <a:themeElements>
    <a:clrScheme name="Galéria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éria">
      <a:majorFont>
        <a:latin typeface="Gill Sans M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éria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432</TotalTime>
  <Words>228</Words>
  <Application>Microsoft Office PowerPoint</Application>
  <PresentationFormat>Widescreen</PresentationFormat>
  <Paragraphs>50</Paragraphs>
  <Slides>39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3" baseType="lpstr">
      <vt:lpstr>Aptos</vt:lpstr>
      <vt:lpstr>Arial</vt:lpstr>
      <vt:lpstr>Gill Sans MT</vt:lpstr>
      <vt:lpstr>Galéria</vt:lpstr>
      <vt:lpstr>Kanban webalkalmazás</vt:lpstr>
      <vt:lpstr>Daróczi Levente - Management</vt:lpstr>
      <vt:lpstr>Daróczi Levente - Management </vt:lpstr>
      <vt:lpstr>Daróczi Levente - git</vt:lpstr>
      <vt:lpstr>PowerPoint Presentation</vt:lpstr>
      <vt:lpstr>Daróczi Levente - dokumentáció</vt:lpstr>
      <vt:lpstr>Daróczi Levente - fejlesztés</vt:lpstr>
      <vt:lpstr>Daróczi Levente - fejlesztés </vt:lpstr>
      <vt:lpstr>Daróczi Levente - fejlesztés</vt:lpstr>
      <vt:lpstr>Daróczi Levente - fejlesztés</vt:lpstr>
      <vt:lpstr>Daróczi Levente - fejlesztés</vt:lpstr>
      <vt:lpstr>PowerPoint Presentation</vt:lpstr>
      <vt:lpstr>PowerPoint Presentation</vt:lpstr>
      <vt:lpstr>Daróczi Levente - Tesztelés</vt:lpstr>
      <vt:lpstr>Daróczi Levente - Tesztelés </vt:lpstr>
      <vt:lpstr>Vlajk Sándor - Management</vt:lpstr>
      <vt:lpstr>Vlajk Sándor - Git</vt:lpstr>
      <vt:lpstr>Vlajk Sándor – Dokumentáció</vt:lpstr>
      <vt:lpstr>Vlajk Sándor – Fejlesztés</vt:lpstr>
      <vt:lpstr>Vlajk Sándor - Fejlesztés</vt:lpstr>
      <vt:lpstr>Vlajk Sándor - Fejlesztés</vt:lpstr>
      <vt:lpstr>Vlajk Sándor – Fejlesztés Oszlop hozzáadás</vt:lpstr>
      <vt:lpstr>Vlajk Sándor – Fejlesztés Feladat hozzáadás</vt:lpstr>
      <vt:lpstr>Vlajk Sándor – Fejlesztés Feladat hozzáadás</vt:lpstr>
      <vt:lpstr>Vlajk Sándor – Fejlesztés Drag&amp;Drop</vt:lpstr>
      <vt:lpstr>Vlajk Sándor - Tesztelés</vt:lpstr>
      <vt:lpstr>Vlajk Sándor - Tesztelés</vt:lpstr>
      <vt:lpstr>Czeitner András - management</vt:lpstr>
      <vt:lpstr>Czeitner András - Git</vt:lpstr>
      <vt:lpstr>PowerPoint Presentation</vt:lpstr>
      <vt:lpstr>Czeitner András - Dokumentáció</vt:lpstr>
      <vt:lpstr>Czeitner András - fejlesztés</vt:lpstr>
      <vt:lpstr>Czeitner András - fejlesztés</vt:lpstr>
      <vt:lpstr>PowerPoint Presentation</vt:lpstr>
      <vt:lpstr>Molnár Attila Management </vt:lpstr>
      <vt:lpstr>Molnár Attila- Git</vt:lpstr>
      <vt:lpstr>Molnár attila - Dokumentáció</vt:lpstr>
      <vt:lpstr>Molnár attila- fejlesztés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Kanban webalkalmazás</dc:title>
  <dc:creator>Daróczi Levente Tibor</dc:creator>
  <cp:lastModifiedBy>Vlajk Sándor</cp:lastModifiedBy>
  <cp:revision>130</cp:revision>
  <dcterms:created xsi:type="dcterms:W3CDTF">2025-11-14T12:07:17Z</dcterms:created>
  <dcterms:modified xsi:type="dcterms:W3CDTF">2025-12-07T11:48:41Z</dcterms:modified>
</cp:coreProperties>
</file>