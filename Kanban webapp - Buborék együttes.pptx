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6"/>
  </p:notesMasterIdLst>
  <p:handoutMasterIdLst>
    <p:handoutMasterId r:id="rId27"/>
  </p:handoutMasterIdLst>
  <p:sldIdLst>
    <p:sldId id="258" r:id="rId2"/>
    <p:sldId id="259" r:id="rId3"/>
    <p:sldId id="260" r:id="rId4"/>
    <p:sldId id="268" r:id="rId5"/>
    <p:sldId id="261" r:id="rId6"/>
    <p:sldId id="266" r:id="rId7"/>
    <p:sldId id="262" r:id="rId8"/>
    <p:sldId id="263" r:id="rId9"/>
    <p:sldId id="264" r:id="rId10"/>
    <p:sldId id="267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7" r:id="rId19"/>
    <p:sldId id="278" r:id="rId20"/>
    <p:sldId id="279" r:id="rId21"/>
    <p:sldId id="280" r:id="rId22"/>
    <p:sldId id="281" r:id="rId23"/>
    <p:sldId id="282" r:id="rId24"/>
    <p:sldId id="283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-990" y="-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xmlns="" id="{8B3139B0-081C-FE30-0B39-CA32320069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xmlns="" id="{2B3B78BF-44EC-6563-0DAB-79B7460CA8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5EECD7-D4C7-4FE3-AB70-00E199DD6761}" type="datetimeFigureOut">
              <a:rPr lang="hu-HU" smtClean="0"/>
              <a:pPr/>
              <a:t>2025. 11. 15.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xmlns="" id="{E3EC39D6-A0F8-45E6-7791-5C50A0DBB4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xmlns="" id="{2F2DDB24-4697-57F6-2A56-F247C6312B6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04402C-C6F0-495F-ADE6-07855EA9D352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xmlns="" val="38308449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DABCF-F2FF-4310-8608-C10C325E963C}" type="datetimeFigureOut">
              <a:rPr lang="hu-HU" smtClean="0"/>
              <a:pPr/>
              <a:t>2025. 11. 15.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DC74D-9B6A-4707-A793-6FDBF6F7CCC6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xmlns="" val="4008033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1DC74D-9B6A-4707-A793-6FDBF6F7CCC6}" type="slidenum">
              <a:rPr lang="hu-HU" smtClean="0"/>
              <a:pPr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xmlns="" val="1144435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84589226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33628412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86418683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70059686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86044123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340326487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54935968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23711093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67F45AC6-C491-4585-A584-9CE2AF7D5500}" type="datetime1">
              <a:rPr lang="en-US" smtClean="0"/>
              <a:pPr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43140670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9126750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192826027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pPr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588649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7">
            <a:extLst>
              <a:ext uri="{FF2B5EF4-FFF2-40B4-BE49-F238E27FC236}">
                <a16:creationId xmlns:a16="http://schemas.microsoft.com/office/drawing/2014/main" xmlns="" id="{1EE485E7-7D6D-4CB0-A3AD-261D97B2EFE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9">
            <a:extLst>
              <a:ext uri="{FF2B5EF4-FFF2-40B4-BE49-F238E27FC236}">
                <a16:creationId xmlns:a16="http://schemas.microsoft.com/office/drawing/2014/main" xmlns="" id="{A55E3208-F0C4-4962-8946-065C94F8963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xmlns="" id="{71137672-A00C-135C-4D3A-698554AD73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0235" y="1027937"/>
            <a:ext cx="6083708" cy="3711894"/>
          </a:xfrm>
        </p:spPr>
        <p:txBody>
          <a:bodyPr anchor="ctr">
            <a:normAutofit/>
          </a:bodyPr>
          <a:lstStyle/>
          <a:p>
            <a:r>
              <a:rPr lang="hu-HU" sz="5400"/>
              <a:t>Kanban webalkalmazás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xmlns="" id="{44E7AF2D-E654-D9AB-9F02-59791EDDA4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8057" y="1027937"/>
            <a:ext cx="3254899" cy="3711894"/>
          </a:xfrm>
        </p:spPr>
        <p:txBody>
          <a:bodyPr anchor="ctr">
            <a:normAutofit/>
          </a:bodyPr>
          <a:lstStyle/>
          <a:p>
            <a:pPr algn="r"/>
            <a:r>
              <a:rPr lang="hu-HU" dirty="0"/>
              <a:t>Készítette: buborék együttes</a:t>
            </a:r>
          </a:p>
        </p:txBody>
      </p:sp>
      <p:cxnSp>
        <p:nvCxnSpPr>
          <p:cNvPr id="24" name="Straight Connector 11">
            <a:extLst>
              <a:ext uri="{FF2B5EF4-FFF2-40B4-BE49-F238E27FC236}">
                <a16:creationId xmlns:a16="http://schemas.microsoft.com/office/drawing/2014/main" xmlns="" id="{4FAE17D3-C2DC-4665-AF20-33C5BACD5E0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4654296" y="1375124"/>
            <a:ext cx="0" cy="301752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13">
            <a:extLst>
              <a:ext uri="{FF2B5EF4-FFF2-40B4-BE49-F238E27FC236}">
                <a16:creationId xmlns:a16="http://schemas.microsoft.com/office/drawing/2014/main" xmlns="" id="{7021C573-B3FF-44B8-A5DE-AB39E9AA6B9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6" name="Straight Connector 15">
            <a:extLst>
              <a:ext uri="{FF2B5EF4-FFF2-40B4-BE49-F238E27FC236}">
                <a16:creationId xmlns:a16="http://schemas.microsoft.com/office/drawing/2014/main" xmlns="" id="{50B0CCD4-E9B0-43B2-806F-05EDF57A762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884048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CCCA6EE2-06DB-5C6F-DE67-88982F94B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Daróczi Levente - Management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xmlns="" id="{120DEFDA-C5D7-B11A-C2EA-BD5FB711AF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Használt feladatkövető rendszer: </a:t>
            </a:r>
            <a:r>
              <a:rPr lang="hu-HU" dirty="0" err="1"/>
              <a:t>Trello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xmlns="" id="{27EF9704-8E56-4E28-96D9-C00498099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8812" y="5415217"/>
            <a:ext cx="3019846" cy="1276528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xmlns="" id="{2E3E1D1A-044A-2591-10EC-F3EE8AB6A1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4900" y="5017731"/>
            <a:ext cx="3067478" cy="1448002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xmlns="" id="{9FDDA2FF-10DF-3525-70F9-BE2E7A6BFD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130" y="2691803"/>
            <a:ext cx="4411560" cy="1049235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xmlns="" id="{1A29D998-57C8-61C9-B318-0FADA21ABE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8745" y="1938660"/>
            <a:ext cx="4358749" cy="1324717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xmlns="" id="{8594A7E1-A06A-9333-7C7D-737E36876C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776" y="4038963"/>
            <a:ext cx="4709491" cy="2453133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xmlns="" id="{4BF48EDB-45AE-C7EC-0F1C-10A0E035DA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6675" y="2488711"/>
            <a:ext cx="2109549" cy="2771257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xmlns="" id="{14E70A7E-76E8-5D09-7108-FB306C9CD2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9780" y="3425355"/>
            <a:ext cx="3278482" cy="141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91365346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5FDF651E-95C6-F9ED-7E3D-E593C9E1D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</a:t>
            </a:r>
            <a:r>
              <a:rPr lang="hu-HU" dirty="0" err="1"/>
              <a:t>git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xmlns="" id="{C2E531C9-CFFE-95F3-CB20-5D333CB1E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53" y="3564393"/>
            <a:ext cx="5001221" cy="1221775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xmlns="" id="{AB2CA154-66E9-DE43-42C2-9E1C40C06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53" y="4931906"/>
            <a:ext cx="5001221" cy="179491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xmlns="" id="{C66B2441-EA2E-CFBA-88E9-16A3FACE4A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53" y="1999492"/>
            <a:ext cx="5001221" cy="1419163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xmlns="" id="{33C624EB-6869-022C-0713-377C1FF1F9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7627" y="1999492"/>
            <a:ext cx="5000225" cy="2429319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xmlns="" id="{F33E6BB1-ED6C-389B-44B0-CEB31E7DA6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3509" y="4626623"/>
            <a:ext cx="4994343" cy="1202741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xmlns="" id="{559A1832-1C2F-A86C-7928-E56FB36814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6630" y="5962526"/>
            <a:ext cx="5001222" cy="692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426855717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3015780-9757-D06C-EB84-20F310B80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xmlns="" id="{EAF2EC1B-0DBF-7B5B-E80C-601BC1B10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940" y="152413"/>
            <a:ext cx="8570120" cy="655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9713155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6D7C5913-E755-24D3-ED0E-B0BD4D8D4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dokumentáció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xmlns="" id="{0A17DD4E-D398-7B13-D12D-81FBFB0F3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579" y="4623074"/>
            <a:ext cx="7086047" cy="2155066"/>
          </a:xfrm>
          <a:prstGeom prst="rect">
            <a:avLst/>
          </a:prstGeom>
        </p:spPr>
      </p:pic>
      <p:pic>
        <p:nvPicPr>
          <p:cNvPr id="11" name="Kép 10" descr="A képen diagram, vázlat, Műszaki rajz, Tervrajz látható&#10;&#10;Előfordulhat, hogy az AI által létrehozott tartalom helytelen.">
            <a:extLst>
              <a:ext uri="{FF2B5EF4-FFF2-40B4-BE49-F238E27FC236}">
                <a16:creationId xmlns:a16="http://schemas.microsoft.com/office/drawing/2014/main" xmlns="" id="{D820F8E4-942C-5B29-932C-E33AD0D469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8907377" y="269557"/>
            <a:ext cx="3101799" cy="631888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xmlns="" id="{19745C17-69BF-2E47-C0A2-7554C8621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211" y="1660720"/>
            <a:ext cx="6205385" cy="2861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36234678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36E3975F-341A-4037-8226-51ED45249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xmlns="" id="{CA414179-0CF2-3378-F619-A3FE528B5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Tech</a:t>
            </a:r>
            <a:r>
              <a:rPr lang="hu-HU" dirty="0"/>
              <a:t> </a:t>
            </a:r>
            <a:r>
              <a:rPr lang="hu-HU" dirty="0" err="1"/>
              <a:t>stack</a:t>
            </a:r>
            <a:r>
              <a:rPr lang="hu-HU" dirty="0"/>
              <a:t>:</a:t>
            </a:r>
          </a:p>
          <a:p>
            <a:pPr lvl="1"/>
            <a:r>
              <a:rPr lang="hu-HU" dirty="0"/>
              <a:t>Backend: Node.js, Express.js, </a:t>
            </a:r>
            <a:r>
              <a:rPr lang="hu-HU" dirty="0" err="1"/>
              <a:t>MongoDB</a:t>
            </a:r>
            <a:r>
              <a:rPr lang="hu-HU" dirty="0"/>
              <a:t>, JWT</a:t>
            </a:r>
          </a:p>
          <a:p>
            <a:pPr lvl="1"/>
            <a:r>
              <a:rPr lang="hu-HU" dirty="0"/>
              <a:t>Frontend: React.js, </a:t>
            </a:r>
            <a:r>
              <a:rPr lang="hu-HU" dirty="0" err="1"/>
              <a:t>Vite</a:t>
            </a:r>
            <a:r>
              <a:rPr lang="hu-HU" dirty="0"/>
              <a:t>, JSX, CSS3</a:t>
            </a:r>
          </a:p>
          <a:p>
            <a:pPr lvl="1"/>
            <a:r>
              <a:rPr lang="hu-HU" dirty="0"/>
              <a:t>API tesztelés:  </a:t>
            </a:r>
            <a:r>
              <a:rPr lang="hu-HU" dirty="0" err="1"/>
              <a:t>Thunder</a:t>
            </a:r>
            <a:r>
              <a:rPr lang="hu-HU" dirty="0"/>
              <a:t> </a:t>
            </a:r>
            <a:r>
              <a:rPr lang="hu-HU" dirty="0" err="1"/>
              <a:t>client</a:t>
            </a:r>
            <a:r>
              <a:rPr lang="hu-HU" dirty="0"/>
              <a:t>,</a:t>
            </a:r>
          </a:p>
          <a:p>
            <a:pPr lvl="1"/>
            <a:r>
              <a:rPr lang="hu-HU" dirty="0"/>
              <a:t>Kódszerkesztő:  </a:t>
            </a:r>
            <a:r>
              <a:rPr lang="hu-HU" dirty="0" err="1"/>
              <a:t>VSCode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xmlns="" val="199642476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xmlns="" id="{8D4509A0-D2EA-207B-0C78-28D8E243C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126" y="1450173"/>
            <a:ext cx="10080372" cy="531596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xmlns="" id="{4A1E2D64-30E7-AF6E-D31C-64C7F5D01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xmlns="" val="191531812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B841A21-F3A4-BEED-4335-B280F0476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xmlns="" id="{93E9C8F1-A86B-86D8-7BF0-C4ADBF9BA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411" y="1444237"/>
            <a:ext cx="10080372" cy="5331723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xmlns="" id="{1B244E95-BDC4-8D7E-9410-C71185CE8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xmlns="" val="1608496070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3154BA3-C252-6C61-9BFC-DE7EDB567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xmlns="" id="{F4E52981-0A97-79A6-C9A4-5227C7512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411" y="1447641"/>
            <a:ext cx="10080372" cy="534222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xmlns="" id="{97CEF7D3-2587-8E79-1C83-BE4B85DDB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xmlns="" val="3446405935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5F9D479E-1FE8-51D6-A1FC-8EF788F59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Tesztelés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xmlns="" id="{4198433E-9CA4-DD9B-293B-99D84D4D8B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476"/>
          <a:stretch>
            <a:fillRect/>
          </a:stretch>
        </p:blipFill>
        <p:spPr>
          <a:xfrm>
            <a:off x="197618" y="1768510"/>
            <a:ext cx="5898382" cy="252257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xmlns="" id="{2197A9F4-A241-EB61-91DE-E7F30AF53F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618" y="4431969"/>
            <a:ext cx="5898382" cy="231549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xmlns="" id="{F33CF63A-4651-EB0E-1439-6882D81BE8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6337" y="1768510"/>
            <a:ext cx="5898382" cy="153613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xmlns="" id="{E6B3369E-E201-601C-A3FC-3D2604BA1A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6337" y="3493716"/>
            <a:ext cx="5898383" cy="2156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62169213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xmlns="" id="{905CFAD9-EABE-4F83-B098-604752164E6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xmlns="" id="{C99610E4-6194-4817-B152-498995E7718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xmlns="" id="{D885E9F4-7DB6-4B77-B1FF-80BFCE81277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xmlns="" id="{DB639A2B-C30C-4F6F-B847-6960F3CF8A6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xmlns="" id="{D9926FA0-8ED1-4F3A-B23B-FD94D82C74B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xmlns="" id="{3A102CD9-C25A-4A86-B9D3-D7280D91428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D3862F8B-DB53-D69C-19EE-0A453B36C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01" y="1474969"/>
            <a:ext cx="2823919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2800"/>
              <a:t>Vlajk Sándor - Management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295C5C9D-063C-AF9D-2862-059BEA52D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9533" y="533450"/>
            <a:ext cx="4261962" cy="29940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39383BF8-280F-E773-B719-D678679863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7625" y="1071185"/>
            <a:ext cx="2015925" cy="3858231"/>
          </a:xfrm>
          <a:prstGeom prst="rect">
            <a:avLst/>
          </a:prstGeom>
        </p:spPr>
      </p:pic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xmlns="" id="{90676B93-40FB-4FA7-8E89-C24B7B1F8F5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659301" y="3528543"/>
            <a:ext cx="28239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83799579-8EB9-DC77-CDAC-986F8B3F2A7D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63795" y="3885819"/>
            <a:ext cx="4508551" cy="18823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43E50A31-341F-5C88-C296-35A974D498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5810" y="1340666"/>
            <a:ext cx="1890344" cy="3319267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xmlns="" id="{3509D85C-1896-4695-A144-B562AFC58EB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xmlns="" id="{6D9F55CD-CB1D-4CB9-98D3-2BC602BC430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886950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xmlns="" id="{E724B9E8-02C8-4B2E-8770-A00A67760DF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xmlns="" id="{7B8AE548-0BFA-4792-9962-3375923C763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xmlns="" id="{67639EF4-FA83-4D85-90FE-B831AF28389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xmlns="" id="{CC87E76A-8F50-413D-9BFC-C5A1525BD9B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xmlns="" id="{0F28EA84-13B4-4494-A4D3-8DE462FF0E6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xmlns="" id="{6BEB1B24-66CE-4D63-A39D-2D1B481DF95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BA6A004-AC9E-F83D-7C6C-8E45C6DDE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01" y="1474969"/>
            <a:ext cx="2823919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Git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xmlns="" id="{78DE337D-1DBA-4536-8145-B43EE65C747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659301" y="3528543"/>
            <a:ext cx="28239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A88E504C-4007-0FB3-BC00-5FF4F74B5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9479" y="1522154"/>
            <a:ext cx="3693150" cy="30671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CE8C27E6-D0FE-7D3F-0657-BC477A705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354" y="965341"/>
            <a:ext cx="3687168" cy="1523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0491AA9D-40D6-945F-5458-984FA0DBC6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6051" y="3900689"/>
            <a:ext cx="3687168" cy="9675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xmlns="" id="{E7233926-059A-41AD-A9F2-56552CF4FF6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xmlns="" id="{C13C145E-93D4-481E-92DC-736D9EBA37F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8512046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xmlns="" id="{E724B9E8-02C8-4B2E-8770-A00A67760DF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xmlns="" id="{7B8AE548-0BFA-4792-9962-3375923C763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xmlns="" id="{67639EF4-FA83-4D85-90FE-B831AF28389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xmlns="" id="{CC87E76A-8F50-413D-9BFC-C5A1525BD9B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xmlns="" id="{9A1C6278-B7D5-4E8E-B4DC-83483298056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xmlns="" id="{C007F3D3-099E-430E-8754-C084D0FA5FE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39DDDFD2-F9A9-3A01-FF2A-6CDF8AAF1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– Dokumentáció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3C11F97F-2AE4-3D9B-35A6-AF80BEF77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647" y="470463"/>
            <a:ext cx="3553338" cy="3856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EB92CDCE-F939-2C1B-FB2C-35BCFBC612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5898" y="890198"/>
            <a:ext cx="3376192" cy="32158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20FFCFC-0AFB-A5C7-E6B7-F9D1DC4B2F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9003" y="1278460"/>
            <a:ext cx="4317350" cy="2439301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xmlns="" id="{6B9EA5DA-6DFD-447D-B8F9-CB95CA11407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5" name="Picture 44">
            <a:extLst>
              <a:ext uri="{FF2B5EF4-FFF2-40B4-BE49-F238E27FC236}">
                <a16:creationId xmlns:a16="http://schemas.microsoft.com/office/drawing/2014/main" xmlns="" id="{87612EF9-94E7-42BA-B4A9-4B38643FBAF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xmlns="" id="{9E597F0B-0A17-4BF2-A904-9D99811F3E2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3510849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302D0E6-DFB3-5E17-192B-D3B11F717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Vlajk Sándor – </a:t>
            </a:r>
            <a:r>
              <a:rPr lang="en-US" dirty="0" err="1"/>
              <a:t>Fejlesztés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E7DCF374-80C3-CBE5-BC73-F12C234A3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387" y="2190530"/>
            <a:ext cx="8630854" cy="3143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13C83DBE-18EF-02F8-4CDE-12A988AA1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387" y="5504284"/>
            <a:ext cx="3410426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0407909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E724B9E8-02C8-4B2E-8770-A00A67760DF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xmlns="" id="{7B8AE548-0BFA-4792-9962-3375923C763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xmlns="" id="{67639EF4-FA83-4D85-90FE-B831AF28389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xmlns="" id="{CC87E76A-8F50-413D-9BFC-C5A1525BD9B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xmlns="" id="{9A1C6278-B7D5-4E8E-B4DC-83483298056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xmlns="" id="{C007F3D3-099E-430E-8754-C084D0FA5FE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13CFD6D8-D4CB-7D22-6034-0448D726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Fejlesztés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xmlns="" id="{D328A2F4-206A-9FAD-C168-CDB9610FB7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84120" y="198045"/>
            <a:ext cx="4106012" cy="30076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AA8CF25F-105A-EA84-AB38-9B2CDC7B32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4249" y="638316"/>
            <a:ext cx="5549025" cy="30797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07C5DCCD-B4B3-22CE-2C2A-CC1050E65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846" y="3271561"/>
            <a:ext cx="3386560" cy="1121616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xmlns="" id="{6B9EA5DA-6DFD-447D-B8F9-CB95CA11407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xmlns="" id="{87612EF9-94E7-42BA-B4A9-4B38643FBAF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xmlns="" id="{9E597F0B-0A17-4BF2-A904-9D99811F3E2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3079083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xmlns="" id="{E724B9E8-02C8-4B2E-8770-A00A67760DF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xmlns="" id="{7B8AE548-0BFA-4792-9962-3375923C763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xmlns="" id="{67639EF4-FA83-4D85-90FE-B831AF28389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xmlns="" id="{CC87E76A-8F50-413D-9BFC-C5A1525BD9B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xmlns="" id="{9A1C6278-B7D5-4E8E-B4DC-83483298056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xmlns="" id="{C007F3D3-099E-430E-8754-C084D0FA5FE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0C05D6E9-FB34-5D4E-D478-F5A8B0E7C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Fejlesztés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xmlns="" id="{5CAD100C-B467-C9FA-742C-83A81B896B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13173" y="457201"/>
            <a:ext cx="4934512" cy="26893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31D188B4-F8EB-7281-F69A-9DE7E48D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216" y="1062951"/>
            <a:ext cx="5517445" cy="2979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D59158A9-81B7-7204-17BE-FD603E8890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6686" y="3252392"/>
            <a:ext cx="3429598" cy="125134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xmlns="" id="{6B9EA5DA-6DFD-447D-B8F9-CB95CA11407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1" name="Picture 30">
            <a:extLst>
              <a:ext uri="{FF2B5EF4-FFF2-40B4-BE49-F238E27FC236}">
                <a16:creationId xmlns:a16="http://schemas.microsoft.com/office/drawing/2014/main" xmlns="" id="{87612EF9-94E7-42BA-B4A9-4B38643FBAF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xmlns="" id="{9E597F0B-0A17-4BF2-A904-9D99811F3E2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3817290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xmlns="" id="{EEA869E1-F851-4A52-92F5-77E592B76A5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xmlns="" id="{B083AD55-8296-44BD-8E14-DD2DDBC351B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xmlns="" id="{2BF46B26-15FC-4C5A-94FA-AE9ED64B5C2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xmlns="" id="{912F6065-5345-44BD-B66E-5487CCD7A9B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xmlns="" id="{E7ABCFA2-55B0-438C-A39A-637FFC6246E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xmlns="" id="{1BD2C934-710E-4E0E-9ED4-03F07E01920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BAF48F60-BA92-C874-30CC-5ED58A820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695" y="1474969"/>
            <a:ext cx="3026558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 dirty="0"/>
              <a:t>Vlajk Sándor - </a:t>
            </a:r>
            <a:r>
              <a:rPr lang="en-US" sz="3600" dirty="0" err="1"/>
              <a:t>Tesztelés</a:t>
            </a:r>
            <a:endParaRPr lang="en-US" sz="3600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xmlns="" id="{0AD0F4F3-8F5C-421F-9FC1-DB3ED0BF61D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484009" y="3526496"/>
            <a:ext cx="3023617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234C8A63-DED3-546C-6BEE-CEFFDC8E28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8985" y="3109744"/>
            <a:ext cx="7094289" cy="28377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468886C1-6620-95E9-B1BE-EABD49FF32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7701" y="159389"/>
            <a:ext cx="7560295" cy="26083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xmlns="" id="{B0A40572-62E5-460B-AD24-B6628527ACB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xmlns="" id="{F1D872D4-D7E5-4CD8-9DAC-2BC612F08E6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858810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418680"/>
          </a:xfrm>
        </p:spPr>
        <p:txBody>
          <a:bodyPr>
            <a:normAutofit/>
          </a:bodyPr>
          <a:lstStyle/>
          <a:p>
            <a:r>
              <a:rPr lang="hu-HU" sz="3200" dirty="0" smtClean="0"/>
              <a:t>Czeitner András - management</a:t>
            </a:r>
            <a:endParaRPr lang="hu-HU" sz="3200" dirty="0"/>
          </a:p>
        </p:txBody>
      </p:sp>
      <p:pic>
        <p:nvPicPr>
          <p:cNvPr id="5" name="Picture 12" descr="https://cdn.discordapp.com/attachments/812059683393110017/1439310372174692543/image.png?ex=691a0dbd&amp;is=6918bc3d&amp;hm=2473b7bf2008278831746b824589489045399c33f76371eede42d79fa3eba8a6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45688" y="3752470"/>
            <a:ext cx="5951926" cy="2558620"/>
          </a:xfrm>
          <a:prstGeom prst="rect">
            <a:avLst/>
          </a:prstGeom>
          <a:noFill/>
        </p:spPr>
      </p:pic>
      <p:pic>
        <p:nvPicPr>
          <p:cNvPr id="6" name="Picture 18" descr="https://cdn.discordapp.com/attachments/812059683393110017/1439311303293407394/image.png?ex=691a0e9b&amp;is=6918bd1b&amp;hm=b76267a9bd8fa2df8afb55329ccd083691ebc55d7bd545a7cf79ae6182b702a7&amp;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738196" y="1454523"/>
            <a:ext cx="4192138" cy="4427075"/>
          </a:xfrm>
          <a:prstGeom prst="rect">
            <a:avLst/>
          </a:prstGeom>
          <a:noFill/>
        </p:spPr>
      </p:pic>
      <p:pic>
        <p:nvPicPr>
          <p:cNvPr id="7" name="Picture 2" descr="https://cdn.discordapp.com/attachments/812059683393110017/1439310147083173888/image.png?ex=691a0d88&amp;is=6918bc08&amp;hm=d9dde2fb7ff6f43b87336b768ad315f76d4e8049f9de17a1e67f0bc5c96e4af5&amp;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383184" y="285420"/>
            <a:ext cx="2061495" cy="330316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08446" y="1253095"/>
            <a:ext cx="8115115" cy="592958"/>
          </a:xfrm>
        </p:spPr>
        <p:txBody>
          <a:bodyPr>
            <a:normAutofit/>
          </a:bodyPr>
          <a:lstStyle/>
          <a:p>
            <a:r>
              <a:rPr lang="hu-HU" dirty="0" smtClean="0"/>
              <a:t>Czeitner András - </a:t>
            </a:r>
            <a:r>
              <a:rPr lang="hu-HU" dirty="0" err="1" smtClean="0"/>
              <a:t>Git</a:t>
            </a:r>
            <a:endParaRPr lang="hu-HU" dirty="0"/>
          </a:p>
        </p:txBody>
      </p:sp>
      <p:pic>
        <p:nvPicPr>
          <p:cNvPr id="34827" name="Picture 1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17362" y="2409735"/>
            <a:ext cx="5981700" cy="3228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4828" name="Picture 1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6430" y="2635729"/>
            <a:ext cx="5353050" cy="2552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0" descr="https://cdn.discordapp.com/attachments/812059683393110017/1439313542774919218/image.png?ex=691a10b1&amp;is=6918bf31&amp;hm=721f3fdc6ef94d17980aceee8b318a449fb0a4c497717cb7244132cb0cd8deb9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00964" y="984936"/>
            <a:ext cx="10365340" cy="455322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>
            <a:spLocks noGrp="1"/>
          </p:cNvSpPr>
          <p:nvPr>
            <p:ph type="title"/>
          </p:nvPr>
        </p:nvSpPr>
        <p:spPr>
          <a:xfrm>
            <a:off x="1451579" y="1293962"/>
            <a:ext cx="9603275" cy="559792"/>
          </a:xfrm>
        </p:spPr>
        <p:txBody>
          <a:bodyPr>
            <a:normAutofit/>
          </a:bodyPr>
          <a:lstStyle/>
          <a:p>
            <a:r>
              <a:rPr lang="hu-HU" dirty="0" smtClean="0"/>
              <a:t>Czeitner András - Dokumentáció</a:t>
            </a:r>
            <a:endParaRPr lang="hu-HU" dirty="0"/>
          </a:p>
        </p:txBody>
      </p:sp>
      <p:sp>
        <p:nvSpPr>
          <p:cNvPr id="36866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36868" name="Picture 4" descr="https://cdn.discordapp.com/attachments/812059683393110017/1439314057965338706/image.png?ex=691a112c&amp;is=6918bfac&amp;hm=7ba02878b65b24707a6035b4243cccf8454e5cf2085eecb6b93cfa22d6fdcdf3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3983" y="2077111"/>
            <a:ext cx="3839892" cy="3996423"/>
          </a:xfrm>
          <a:prstGeom prst="rect">
            <a:avLst/>
          </a:prstGeom>
          <a:noFill/>
        </p:spPr>
      </p:pic>
      <p:pic>
        <p:nvPicPr>
          <p:cNvPr id="36872" name="Picture 8" descr="https://cdn.discordapp.com/attachments/812059683393110017/1439314568546488421/Implementation-plan.png?ex=691a11a6&amp;is=6918c026&amp;hm=df378b1587e0da09569ce426a4f4a39b126cb5f94e9fae17b2eba004af3646a1&amp;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765675" y="2062389"/>
            <a:ext cx="2806699" cy="3972162"/>
          </a:xfrm>
          <a:prstGeom prst="rect">
            <a:avLst/>
          </a:prstGeom>
          <a:noFill/>
        </p:spPr>
      </p:pic>
      <p:pic>
        <p:nvPicPr>
          <p:cNvPr id="36876" name="Picture 12" descr="https://cdn.discordapp.com/attachments/812059683393110017/1439314778895028354/image.png?ex=691a11d8&amp;is=6918c058&amp;hm=06ee2ab5f547cb8f7e1d96fd117710c01918934c8fe96653ace54ff3062c514c&amp;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934325" y="2047874"/>
            <a:ext cx="3651914" cy="400423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 smtClean="0"/>
              <a:t>Czeitner András - fejlesztés</a:t>
            </a:r>
            <a:endParaRPr lang="hu-HU" dirty="0"/>
          </a:p>
        </p:txBody>
      </p:sp>
      <p:pic>
        <p:nvPicPr>
          <p:cNvPr id="7" name="Kép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1970194"/>
            <a:ext cx="8458200" cy="457545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 smtClean="0"/>
              <a:t>Czeitner András - fejlesztés</a:t>
            </a:r>
            <a:endParaRPr lang="hu-HU" dirty="0"/>
          </a:p>
        </p:txBody>
      </p:sp>
      <p:pic>
        <p:nvPicPr>
          <p:cNvPr id="4" name="Kép 3" descr="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574" y="2018504"/>
            <a:ext cx="8477251" cy="459184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 txBox="1">
            <a:spLocks/>
          </p:cNvSpPr>
          <p:nvPr/>
        </p:nvSpPr>
        <p:spPr>
          <a:xfrm>
            <a:off x="1451579" y="1257300"/>
            <a:ext cx="9603275" cy="5964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u-HU" sz="3200" b="0" i="0" u="none" strike="noStrike" kern="1200" cap="all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Czeitner András - Tesztelés</a:t>
            </a:r>
            <a:endParaRPr kumimoji="0" lang="hu-HU" sz="3200" b="0" i="0" u="none" strike="noStrike" kern="1200" cap="all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40962" name="Picture 2" descr="https://cdn.discordapp.com/attachments/812059683393110017/1439330769108471859/0b063826-e102-423a-a3f0-da25c2283bb3.png?ex=691a20bc&amp;is=6918cf3c&amp;hm=e7ee6c4f8a61888e1395ca35c86c3d817f192e118aa4ded687a7a4292a37fd26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213100" y="1943100"/>
            <a:ext cx="5935776" cy="47628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Galéria">
  <a:themeElements>
    <a:clrScheme name="Galéri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éria">
      <a:majorFont>
        <a:latin typeface="Gill Sans M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éri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xmlns="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xmlns="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138</TotalTime>
  <Words>126</Words>
  <Application>Microsoft Office PowerPoint</Application>
  <PresentationFormat>Egyéni</PresentationFormat>
  <Paragraphs>30</Paragraphs>
  <Slides>24</Slides>
  <Notes>1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24</vt:i4>
      </vt:variant>
    </vt:vector>
  </HeadingPairs>
  <TitlesOfParts>
    <vt:vector size="25" baseType="lpstr">
      <vt:lpstr>Galéria</vt:lpstr>
      <vt:lpstr>Kanban webalkalmazás</vt:lpstr>
      <vt:lpstr>Daróczi Levente - Management</vt:lpstr>
      <vt:lpstr>Daróczi Levente - git</vt:lpstr>
      <vt:lpstr>4. dia</vt:lpstr>
      <vt:lpstr>Daróczi Levente - dokumentáció</vt:lpstr>
      <vt:lpstr>Daróczi Levente - fejlesztés</vt:lpstr>
      <vt:lpstr>Daróczi Levente - fejlesztés</vt:lpstr>
      <vt:lpstr>Daróczi Levente - fejlesztés</vt:lpstr>
      <vt:lpstr>Daróczi Levente - fejlesztés</vt:lpstr>
      <vt:lpstr>Daróczi Levente - Tesztelés</vt:lpstr>
      <vt:lpstr>Vlajk Sándor - Management</vt:lpstr>
      <vt:lpstr>Vlajk Sándor - Git</vt:lpstr>
      <vt:lpstr>Vlajk Sándor – Dokumentáció</vt:lpstr>
      <vt:lpstr>Vlajk Sándor – Fejlesztés</vt:lpstr>
      <vt:lpstr>Vlajk Sándor - Fejlesztés</vt:lpstr>
      <vt:lpstr>Vlajk Sándor - Fejlesztés</vt:lpstr>
      <vt:lpstr>Vlajk Sándor - Tesztelés</vt:lpstr>
      <vt:lpstr>Czeitner András - management</vt:lpstr>
      <vt:lpstr>Czeitner András - Git</vt:lpstr>
      <vt:lpstr>20. dia</vt:lpstr>
      <vt:lpstr>Czeitner András - Dokumentáció</vt:lpstr>
      <vt:lpstr>Czeitner András - fejlesztés</vt:lpstr>
      <vt:lpstr>Czeitner András - fejlesztés</vt:lpstr>
      <vt:lpstr>24. dia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Kanban webalkalmazás</dc:title>
  <dc:creator>Daróczi Levente Tibor</dc:creator>
  <cp:lastModifiedBy>Andras</cp:lastModifiedBy>
  <cp:revision>10</cp:revision>
  <dcterms:created xsi:type="dcterms:W3CDTF">2025-11-14T12:07:17Z</dcterms:created>
  <dcterms:modified xsi:type="dcterms:W3CDTF">2025-11-15T19:29:05Z</dcterms:modified>
</cp:coreProperties>
</file>