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handoutMasterIdLst>
    <p:handoutMasterId r:id="rId20"/>
  </p:handoutMasterIdLst>
  <p:sldIdLst>
    <p:sldId id="258" r:id="rId2"/>
    <p:sldId id="259" r:id="rId3"/>
    <p:sldId id="260" r:id="rId4"/>
    <p:sldId id="268" r:id="rId5"/>
    <p:sldId id="261" r:id="rId6"/>
    <p:sldId id="266" r:id="rId7"/>
    <p:sldId id="262" r:id="rId8"/>
    <p:sldId id="263" r:id="rId9"/>
    <p:sldId id="264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8B3139B0-081C-FE30-0B39-CA32320069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B3B78BF-44EC-6563-0DAB-79B7460CA8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5EECD7-D4C7-4FE3-AB70-00E199DD6761}" type="datetimeFigureOut">
              <a:rPr lang="hu-HU" smtClean="0"/>
              <a:t>2025. 11. 15.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3EC39D6-A0F8-45E6-7791-5C50A0DBB4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F2DDB24-4697-57F6-2A56-F247C6312B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04402C-C6F0-495F-ADE6-07855EA9D35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08449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DABCF-F2FF-4310-8608-C10C325E963C}" type="datetimeFigureOut">
              <a:rPr lang="hu-HU" smtClean="0"/>
              <a:t>2025. 11. 15.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DC74D-9B6A-4707-A793-6FDBF6F7CC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08033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1DC74D-9B6A-4707-A793-6FDBF6F7CC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4435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589226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62841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186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59686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44123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26487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5968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11093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0670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6750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82602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8649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7">
            <a:extLst>
              <a:ext uri="{FF2B5EF4-FFF2-40B4-BE49-F238E27FC236}">
                <a16:creationId xmlns:a16="http://schemas.microsoft.com/office/drawing/2014/main" id="{1EE485E7-7D6D-4CB0-A3AD-261D97B2E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A55E3208-F0C4-4962-8946-065C94F89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1137672-A00C-135C-4D3A-698554AD73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0235" y="1027937"/>
            <a:ext cx="6083708" cy="3711894"/>
          </a:xfrm>
        </p:spPr>
        <p:txBody>
          <a:bodyPr anchor="ctr">
            <a:normAutofit/>
          </a:bodyPr>
          <a:lstStyle/>
          <a:p>
            <a:r>
              <a:rPr lang="hu-HU" sz="5400"/>
              <a:t>Kanban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4E7AF2D-E654-D9AB-9F02-59791EDDA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8057" y="1027937"/>
            <a:ext cx="3254899" cy="3711894"/>
          </a:xfrm>
        </p:spPr>
        <p:txBody>
          <a:bodyPr anchor="ctr">
            <a:normAutofit/>
          </a:bodyPr>
          <a:lstStyle/>
          <a:p>
            <a:pPr algn="r"/>
            <a:r>
              <a:rPr lang="hu-HU" dirty="0"/>
              <a:t>Készítette: buborék együttes</a:t>
            </a:r>
          </a:p>
        </p:txBody>
      </p:sp>
      <p:cxnSp>
        <p:nvCxnSpPr>
          <p:cNvPr id="24" name="Straight Connector 11">
            <a:extLst>
              <a:ext uri="{FF2B5EF4-FFF2-40B4-BE49-F238E27FC236}">
                <a16:creationId xmlns:a16="http://schemas.microsoft.com/office/drawing/2014/main" id="{4FAE17D3-C2DC-4665-AF20-33C5BACD5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375124"/>
            <a:ext cx="0" cy="301752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13">
            <a:extLst>
              <a:ext uri="{FF2B5EF4-FFF2-40B4-BE49-F238E27FC236}">
                <a16:creationId xmlns:a16="http://schemas.microsoft.com/office/drawing/2014/main" id="{7021C573-B3FF-44B8-A5DE-AB39E9AA6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6" name="Straight Connector 15">
            <a:extLst>
              <a:ext uri="{FF2B5EF4-FFF2-40B4-BE49-F238E27FC236}">
                <a16:creationId xmlns:a16="http://schemas.microsoft.com/office/drawing/2014/main" id="{50B0CCD4-E9B0-43B2-806F-05EDF57A7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404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CA6EE2-06DB-5C6F-DE67-88982F94B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dirty="0"/>
              <a:t>Daróczi Levente - Management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0DEFDA-C5D7-B11A-C2EA-BD5FB711A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Használt feladatkövető rendszer: </a:t>
            </a:r>
            <a:r>
              <a:rPr lang="hu-HU" dirty="0" err="1"/>
              <a:t>Trello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27EF9704-8E56-4E28-96D9-C00498099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12" y="5415217"/>
            <a:ext cx="3019846" cy="1276528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2E3E1D1A-044A-2591-10EC-F3EE8AB6A1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4900" y="5017731"/>
            <a:ext cx="3067478" cy="1448002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9FDDA2FF-10DF-3525-70F9-BE2E7A6BF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30" y="2691803"/>
            <a:ext cx="4411560" cy="104923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1A29D998-57C8-61C9-B318-0FADA21ABE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8745" y="1938660"/>
            <a:ext cx="4358749" cy="1324717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94A7E1-A06A-9333-7C7D-737E36876C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76" y="4038963"/>
            <a:ext cx="4709491" cy="2453133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4BF48EDB-45AE-C7EC-0F1C-10A0E035DA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6675" y="2488711"/>
            <a:ext cx="2109549" cy="277125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14E70A7E-76E8-5D09-7108-FB306C9CD2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780" y="3425355"/>
            <a:ext cx="3278482" cy="141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65346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DF651E-95C6-F9ED-7E3D-E593C9E1D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</a:t>
            </a:r>
            <a:r>
              <a:rPr lang="hu-HU" dirty="0" err="1"/>
              <a:t>git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2E531C9-CFFE-95F3-CB20-5D333CB1E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53" y="3564393"/>
            <a:ext cx="5001221" cy="122177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B2CA154-66E9-DE43-42C2-9E1C40C06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53" y="4931906"/>
            <a:ext cx="5001221" cy="179491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66B2441-EA2E-CFBA-88E9-16A3FACE4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53" y="1999492"/>
            <a:ext cx="5001221" cy="141916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33C624EB-6869-022C-0713-377C1FF1F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627" y="1999492"/>
            <a:ext cx="5000225" cy="2429319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F33E6BB1-ED6C-389B-44B0-CEB31E7DA6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509" y="4626623"/>
            <a:ext cx="4994343" cy="1202741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559A1832-1C2F-A86C-7928-E56FB36814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6630" y="5962526"/>
            <a:ext cx="5001222" cy="69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55717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15780-9757-D06C-EB84-20F310B80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AF2EC1B-0DBF-7B5B-E80C-601BC1B103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940" y="152413"/>
            <a:ext cx="8570120" cy="655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155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7C5913-E755-24D3-ED0E-B0BD4D8D4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dokumentáció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A17DD4E-D398-7B13-D12D-81FBFB0F3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579" y="4623074"/>
            <a:ext cx="7086047" cy="2155066"/>
          </a:xfrm>
          <a:prstGeom prst="rect">
            <a:avLst/>
          </a:prstGeom>
        </p:spPr>
      </p:pic>
      <p:pic>
        <p:nvPicPr>
          <p:cNvPr id="11" name="Kép 10" descr="A képen diagram, vázlat, Műszaki rajz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820F8E4-942C-5B29-932C-E33AD0D469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7377" y="269557"/>
            <a:ext cx="3101799" cy="631888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19745C17-69BF-2E47-C0A2-7554C8621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211" y="1660720"/>
            <a:ext cx="6205385" cy="286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467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E3975F-341A-4037-8226-51ED4524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A414179-0CF2-3378-F619-A3FE528B5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Tech</a:t>
            </a:r>
            <a:r>
              <a:rPr lang="hu-HU" dirty="0"/>
              <a:t> </a:t>
            </a:r>
            <a:r>
              <a:rPr lang="hu-HU" dirty="0" err="1"/>
              <a:t>stack</a:t>
            </a:r>
            <a:r>
              <a:rPr lang="hu-HU" dirty="0"/>
              <a:t>:</a:t>
            </a:r>
          </a:p>
          <a:p>
            <a:pPr lvl="1"/>
            <a:r>
              <a:rPr lang="hu-HU" dirty="0"/>
              <a:t>Backend: Node.js, Express.js, </a:t>
            </a:r>
            <a:r>
              <a:rPr lang="hu-HU" dirty="0" err="1"/>
              <a:t>MongoDB</a:t>
            </a:r>
            <a:r>
              <a:rPr lang="hu-HU" dirty="0"/>
              <a:t>, JWT</a:t>
            </a:r>
          </a:p>
          <a:p>
            <a:pPr lvl="1"/>
            <a:r>
              <a:rPr lang="hu-HU" dirty="0"/>
              <a:t>Frontend: React.js, </a:t>
            </a:r>
            <a:r>
              <a:rPr lang="hu-HU" dirty="0" err="1"/>
              <a:t>Vite</a:t>
            </a:r>
            <a:r>
              <a:rPr lang="hu-HU" dirty="0"/>
              <a:t>, JSX, CSS3</a:t>
            </a:r>
          </a:p>
          <a:p>
            <a:pPr lvl="1"/>
            <a:r>
              <a:rPr lang="hu-HU" dirty="0"/>
              <a:t>API tesztelés:  </a:t>
            </a:r>
            <a:r>
              <a:rPr lang="hu-HU" dirty="0" err="1"/>
              <a:t>Thunder</a:t>
            </a:r>
            <a:r>
              <a:rPr lang="hu-HU" dirty="0"/>
              <a:t> </a:t>
            </a:r>
            <a:r>
              <a:rPr lang="hu-HU" dirty="0" err="1"/>
              <a:t>client</a:t>
            </a:r>
            <a:r>
              <a:rPr lang="hu-HU" dirty="0"/>
              <a:t>,</a:t>
            </a:r>
          </a:p>
          <a:p>
            <a:pPr lvl="1"/>
            <a:r>
              <a:rPr lang="hu-HU" dirty="0"/>
              <a:t>Kódszerkesztő:  </a:t>
            </a:r>
            <a:r>
              <a:rPr lang="hu-HU" dirty="0" err="1"/>
              <a:t>VSCode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964247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D4509A0-D2EA-207B-0C78-28D8E243C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126" y="1450173"/>
            <a:ext cx="10080372" cy="53159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1E2D64-30E7-AF6E-D31C-64C7F5D01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91531812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1A21-F3A4-BEED-4335-B280F047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3E9C8F1-A86B-86D8-7BF0-C4ADBF9BA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4237"/>
            <a:ext cx="10080372" cy="533172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B244E95-BDC4-8D7E-9410-C71185CE8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1608496070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54BA3-C252-6C61-9BFC-DE7EDB56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F4E52981-0A97-79A6-C9A4-5227C7512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411" y="1447641"/>
            <a:ext cx="10080372" cy="534222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7CEF7D3-2587-8E79-1C83-BE4B85DDB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fejlesztés</a:t>
            </a:r>
          </a:p>
        </p:txBody>
      </p:sp>
    </p:spTree>
    <p:extLst>
      <p:ext uri="{BB962C8B-B14F-4D97-AF65-F5344CB8AC3E}">
        <p14:creationId xmlns:p14="http://schemas.microsoft.com/office/powerpoint/2010/main" val="3446405935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9D479E-1FE8-51D6-A1FC-8EF788F59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Daróczi Levente - Tesztelés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198433E-9CA4-DD9B-293B-99D84D4D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76"/>
          <a:stretch>
            <a:fillRect/>
          </a:stretch>
        </p:blipFill>
        <p:spPr>
          <a:xfrm>
            <a:off x="197618" y="1768510"/>
            <a:ext cx="5898382" cy="252257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197A9F4-A241-EB61-91DE-E7F30AF53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18" y="4431969"/>
            <a:ext cx="5898382" cy="231549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33CF63A-4651-EB0E-1439-6882D81BE8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337" y="1768510"/>
            <a:ext cx="5898382" cy="153613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E6B3369E-E201-601C-A3FC-3D2604BA1A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337" y="3493716"/>
            <a:ext cx="5898383" cy="2156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6921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05CFAD9-EABE-4F83-B098-604752164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99610E4-6194-4817-B152-498995E771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885E9F4-7DB6-4B77-B1FF-80BFCE8127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639A2B-C30C-4F6F-B847-6960F3CF8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9926FA0-8ED1-4F3A-B23B-FD94D82C7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2CD9-C25A-4A86-B9D3-D7280D91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62F8B-DB53-D69C-19EE-0A453B36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2800"/>
              <a:t>Vlajk Sándor - Management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95C5C9D-063C-AF9D-2862-059BEA52D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33" y="533450"/>
            <a:ext cx="4261962" cy="2994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9383BF8-280F-E773-B719-D678679863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625" y="1071185"/>
            <a:ext cx="2015925" cy="3858231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0676B93-40FB-4FA7-8E89-C24B7B1F8F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3799579-8EB9-DC77-CDAC-986F8B3F2A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795" y="3885819"/>
            <a:ext cx="4508551" cy="18823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E50A31-341F-5C88-C296-35A974D49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5810" y="1340666"/>
            <a:ext cx="1890344" cy="3319267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509D85C-1896-4695-A144-B562AFC58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D9F55CD-CB1D-4CB9-98D3-2BC602BC4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950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0F28EA84-13B4-4494-A4D3-8DE462FF0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BEB1B24-66CE-4D63-A39D-2D1B481DF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6A004-AC9E-F83D-7C6C-8E45C6DDE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301" y="1474969"/>
            <a:ext cx="2823919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Git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8DE337D-1DBA-4536-8145-B43EE65C7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9301" y="3528543"/>
            <a:ext cx="2823919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A88E504C-4007-0FB3-BC00-5FF4F74B5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9479" y="1522154"/>
            <a:ext cx="3693150" cy="30671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8C27E6-D0FE-7D3F-0657-BC477A705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354" y="965341"/>
            <a:ext cx="3687168" cy="1523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91AA9D-40D6-945F-5458-984FA0DBC6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051" y="3900689"/>
            <a:ext cx="3687168" cy="9675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7233926-059A-41AD-A9F2-56552CF4F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13C145E-93D4-481E-92DC-736D9EBA3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46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DDDFD2-F9A9-3A01-FF2A-6CDF8AAF1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– Dokumentáció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11F97F-2AE4-3D9B-35A6-AF80BEF7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47" y="470463"/>
            <a:ext cx="3553338" cy="3856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92CDCE-F939-2C1B-FB2C-35BCFBC61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5898" y="890198"/>
            <a:ext cx="3376192" cy="32158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0FFCFC-0AFB-A5C7-E6B7-F9D1DC4B2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03" y="1278460"/>
            <a:ext cx="4317350" cy="2439301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849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2D0E6-DFB3-5E17-192B-D3B11F71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Vlajk Sándor – </a:t>
            </a:r>
            <a:r>
              <a:rPr lang="en-US" dirty="0" err="1"/>
              <a:t>Fejlesztés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DCF374-80C3-CBE5-BC73-F12C234A3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7" y="2190530"/>
            <a:ext cx="8630854" cy="3143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3C83DBE-18EF-02F8-4CDE-12A988AA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87" y="5504284"/>
            <a:ext cx="3410426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9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CFD6D8-D4CB-7D22-6034-0448D726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28A2F4-206A-9FAD-C168-CDB9610FB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84120" y="198045"/>
            <a:ext cx="4106012" cy="30076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8CF25F-105A-EA84-AB38-9B2CDC7B32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4249" y="638316"/>
            <a:ext cx="5549025" cy="30797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C5DCCD-B4B3-22CE-2C2A-CC1050E65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3846" y="3271561"/>
            <a:ext cx="3386560" cy="1121616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0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724B9E8-02C8-4B2E-8770-A00A67760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B8AE548-0BFA-4792-9962-3375923C7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7639EF4-FA83-4D85-90FE-B831AF283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C87E76A-8F50-413D-9BFC-C5A1525BD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1C6278-B7D5-4E8E-B4DC-834832980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007F3D3-099E-430E-8754-C084D0FA5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05D6E9-FB34-5D4E-D478-F5A8B0E7C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6729" y="4459039"/>
            <a:ext cx="8643011" cy="551528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/>
              <a:t>Vlajk Sándor - Fejlesztés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CAD100C-B467-C9FA-742C-83A81B896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13173" y="457201"/>
            <a:ext cx="4934512" cy="2689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D188B4-F8EB-7281-F69A-9DE7E48D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216" y="1062951"/>
            <a:ext cx="5517445" cy="2979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9158A9-81B7-7204-17BE-FD603E8890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6686" y="3252392"/>
            <a:ext cx="3429598" cy="125134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9EA5DA-6DFD-447D-B8F9-CB95CA1140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776728" y="5027185"/>
            <a:ext cx="864301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7612EF9-94E7-42BA-B4A9-4B38643FB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597F0B-0A17-4BF2-A904-9D99811F3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7290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EEA869E1-F851-4A52-92F5-77E592B76A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083AD55-8296-44BD-8E14-DD2DDBC351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F46B26-15FC-4C5A-94FA-AE9ED64B5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12F6065-5345-44BD-B66E-5487CCD7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E7ABCFA2-55B0-438C-A39A-637FFC624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BD2C934-710E-4E0E-9ED4-03F07E019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48F60-BA92-C874-30CC-5ED58A820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5695" y="1474969"/>
            <a:ext cx="3026558" cy="1868760"/>
          </a:xfrm>
        </p:spPr>
        <p:txBody>
          <a:bodyPr vert="horz" lIns="91440" tIns="45720" rIns="91440" bIns="0" rtlCol="0" anchor="b">
            <a:normAutofit/>
          </a:bodyPr>
          <a:lstStyle/>
          <a:p>
            <a:r>
              <a:rPr lang="en-US" sz="3600" dirty="0"/>
              <a:t>Vlajk Sándor - </a:t>
            </a:r>
            <a:r>
              <a:rPr lang="en-US" sz="3600" dirty="0" err="1"/>
              <a:t>Tesztelés</a:t>
            </a:r>
            <a:endParaRPr lang="en-US" sz="3600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0F4F3-8F5C-421F-9FC1-DB3ED0BF61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4009" y="3526496"/>
            <a:ext cx="3023617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34C8A63-DED3-546C-6BEE-CEFFDC8E2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985" y="3109744"/>
            <a:ext cx="7094289" cy="28377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68886C1-6620-95E9-B1BE-EABD49FF3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7701" y="159389"/>
            <a:ext cx="7560295" cy="26083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A40572-62E5-460B-AD24-B6628527AC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1D872D4-D7E5-4CD8-9DAC-2BC612F08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810309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éri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éri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é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116</TotalTime>
  <Words>108</Words>
  <Application>Microsoft Office PowerPoint</Application>
  <PresentationFormat>Widescreen</PresentationFormat>
  <Paragraphs>24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Gill Sans MT</vt:lpstr>
      <vt:lpstr>Galéria</vt:lpstr>
      <vt:lpstr>Kanban webalkalmazás</vt:lpstr>
      <vt:lpstr>Daróczi Levente - Management</vt:lpstr>
      <vt:lpstr>Daróczi Levente - git</vt:lpstr>
      <vt:lpstr>PowerPoint Presentation</vt:lpstr>
      <vt:lpstr>Daróczi Levente - dokumentáció</vt:lpstr>
      <vt:lpstr>Daróczi Levente - fejlesztés</vt:lpstr>
      <vt:lpstr>Daróczi Levente - fejlesztés</vt:lpstr>
      <vt:lpstr>Daróczi Levente - fejlesztés</vt:lpstr>
      <vt:lpstr>Daróczi Levente - fejlesztés</vt:lpstr>
      <vt:lpstr>Daróczi Levente - Tesztelés</vt:lpstr>
      <vt:lpstr>Vlajk Sándor - Management</vt:lpstr>
      <vt:lpstr>Vlajk Sándor - Git</vt:lpstr>
      <vt:lpstr>Vlajk Sándor – Dokumentáció</vt:lpstr>
      <vt:lpstr>Vlajk Sándor – Fejlesztés</vt:lpstr>
      <vt:lpstr>Vlajk Sándor - Fejlesztés</vt:lpstr>
      <vt:lpstr>Vlajk Sándor - Fejlesztés</vt:lpstr>
      <vt:lpstr>Vlajk Sándor - Tesztelés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Daróczi Levente Tibor</dc:creator>
  <cp:lastModifiedBy>Vlajk Sándor</cp:lastModifiedBy>
  <cp:revision>7</cp:revision>
  <dcterms:created xsi:type="dcterms:W3CDTF">2025-11-14T12:07:17Z</dcterms:created>
  <dcterms:modified xsi:type="dcterms:W3CDTF">2025-11-15T11:08:55Z</dcterms:modified>
</cp:coreProperties>
</file>