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handoutMasterIdLst>
    <p:handoutMasterId r:id="rId13"/>
  </p:handoutMasterIdLst>
  <p:sldIdLst>
    <p:sldId id="258" r:id="rId2"/>
    <p:sldId id="259" r:id="rId3"/>
    <p:sldId id="260" r:id="rId4"/>
    <p:sldId id="268" r:id="rId5"/>
    <p:sldId id="261" r:id="rId6"/>
    <p:sldId id="266" r:id="rId7"/>
    <p:sldId id="262" r:id="rId8"/>
    <p:sldId id="263" r:id="rId9"/>
    <p:sldId id="264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4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8B3139B0-081C-FE30-0B39-CA32320069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B3B78BF-44EC-6563-0DAB-79B7460CA8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5EECD7-D4C7-4FE3-AB70-00E199DD6761}" type="datetimeFigureOut">
              <a:rPr lang="hu-HU" smtClean="0"/>
              <a:t>2025. 11. 14.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3EC39D6-A0F8-45E6-7791-5C50A0DBB4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F2DDB24-4697-57F6-2A56-F247C6312B6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04402C-C6F0-495F-ADE6-07855EA9D3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308449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DABCF-F2FF-4310-8608-C10C325E963C}" type="datetimeFigureOut">
              <a:rPr lang="hu-HU" smtClean="0"/>
              <a:t>2025. 11. 14.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DC74D-9B6A-4707-A793-6FDBF6F7CC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08033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1DC74D-9B6A-4707-A793-6FDBF6F7CCC6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4435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589226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62841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18683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059686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44123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326487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35968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711093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67F45AC6-C491-4585-A584-9CE2AF7D5500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140670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6750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82602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8649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7">
            <a:extLst>
              <a:ext uri="{FF2B5EF4-FFF2-40B4-BE49-F238E27FC236}">
                <a16:creationId xmlns:a16="http://schemas.microsoft.com/office/drawing/2014/main" id="{1EE485E7-7D6D-4CB0-A3AD-261D97B2E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9">
            <a:extLst>
              <a:ext uri="{FF2B5EF4-FFF2-40B4-BE49-F238E27FC236}">
                <a16:creationId xmlns:a16="http://schemas.microsoft.com/office/drawing/2014/main" id="{A55E3208-F0C4-4962-8946-065C94F89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1137672-A00C-135C-4D3A-698554AD73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0235" y="1027937"/>
            <a:ext cx="6083708" cy="3711894"/>
          </a:xfrm>
        </p:spPr>
        <p:txBody>
          <a:bodyPr anchor="ctr">
            <a:normAutofit/>
          </a:bodyPr>
          <a:lstStyle/>
          <a:p>
            <a:r>
              <a:rPr lang="hu-HU" sz="5400"/>
              <a:t>Kanban webalkalmazás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4E7AF2D-E654-D9AB-9F02-59791EDDA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8057" y="1027937"/>
            <a:ext cx="3254899" cy="3711894"/>
          </a:xfrm>
        </p:spPr>
        <p:txBody>
          <a:bodyPr anchor="ctr">
            <a:normAutofit/>
          </a:bodyPr>
          <a:lstStyle/>
          <a:p>
            <a:pPr algn="r"/>
            <a:r>
              <a:rPr lang="hu-HU" dirty="0"/>
              <a:t>Készítette: buborék együttes</a:t>
            </a:r>
          </a:p>
        </p:txBody>
      </p:sp>
      <p:cxnSp>
        <p:nvCxnSpPr>
          <p:cNvPr id="24" name="Straight Connector 11">
            <a:extLst>
              <a:ext uri="{FF2B5EF4-FFF2-40B4-BE49-F238E27FC236}">
                <a16:creationId xmlns:a16="http://schemas.microsoft.com/office/drawing/2014/main" id="{4FAE17D3-C2DC-4665-AF20-33C5BACD5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375124"/>
            <a:ext cx="0" cy="301752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13">
            <a:extLst>
              <a:ext uri="{FF2B5EF4-FFF2-40B4-BE49-F238E27FC236}">
                <a16:creationId xmlns:a16="http://schemas.microsoft.com/office/drawing/2014/main" id="{7021C573-B3FF-44B8-A5DE-AB39E9AA6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6" name="Straight Connector 15">
            <a:extLst>
              <a:ext uri="{FF2B5EF4-FFF2-40B4-BE49-F238E27FC236}">
                <a16:creationId xmlns:a16="http://schemas.microsoft.com/office/drawing/2014/main" id="{50B0CCD4-E9B0-43B2-806F-05EDF57A7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4048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CCA6EE2-06DB-5C6F-DE67-88982F94B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Daróczi Levente - Management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20DEFDA-C5D7-B11A-C2EA-BD5FB711AF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Használt feladatkövető rendszer: </a:t>
            </a:r>
            <a:r>
              <a:rPr lang="hu-HU" dirty="0" err="1"/>
              <a:t>Trello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7EF9704-8E56-4E28-96D9-C00498099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8812" y="5415217"/>
            <a:ext cx="3019846" cy="1276528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2E3E1D1A-044A-2591-10EC-F3EE8AB6A1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4900" y="5017731"/>
            <a:ext cx="3067478" cy="1448002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9FDDA2FF-10DF-3525-70F9-BE2E7A6BFD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130" y="2691803"/>
            <a:ext cx="4411560" cy="1049235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1A29D998-57C8-61C9-B318-0FADA21ABE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8745" y="1938660"/>
            <a:ext cx="4358749" cy="1324717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8594A7E1-A06A-9333-7C7D-737E36876C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776" y="4038963"/>
            <a:ext cx="4709491" cy="2453133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4BF48EDB-45AE-C7EC-0F1C-10A0E035DA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6675" y="2488711"/>
            <a:ext cx="2109549" cy="2771257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14E70A7E-76E8-5D09-7108-FB306C9CD2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9780" y="3425355"/>
            <a:ext cx="3278482" cy="141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65346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DF651E-95C6-F9ED-7E3D-E593C9E1D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2E531C9-CFFE-95F3-CB20-5D333CB1E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53" y="3564393"/>
            <a:ext cx="5001221" cy="1221775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B2CA154-66E9-DE43-42C2-9E1C40C06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53" y="4931906"/>
            <a:ext cx="5001221" cy="179491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C66B2441-EA2E-CFBA-88E9-16A3FACE4A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53" y="1999492"/>
            <a:ext cx="5001221" cy="1419163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33C624EB-6869-022C-0713-377C1FF1F9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7627" y="1999492"/>
            <a:ext cx="5000225" cy="2429319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F33E6BB1-ED6C-389B-44B0-CEB31E7DA6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3509" y="4626623"/>
            <a:ext cx="4994343" cy="1202741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559A1832-1C2F-A86C-7928-E56FB36814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6630" y="5962526"/>
            <a:ext cx="5001222" cy="69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55717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15780-9757-D06C-EB84-20F310B80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EAF2EC1B-0DBF-7B5B-E80C-601BC1B10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940" y="152413"/>
            <a:ext cx="8570120" cy="655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155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D7C5913-E755-24D3-ED0E-B0BD4D8D4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dokumentáció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A17DD4E-D398-7B13-D12D-81FBFB0F3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579" y="4623074"/>
            <a:ext cx="7086047" cy="2155066"/>
          </a:xfrm>
          <a:prstGeom prst="rect">
            <a:avLst/>
          </a:prstGeom>
        </p:spPr>
      </p:pic>
      <p:pic>
        <p:nvPicPr>
          <p:cNvPr id="11" name="Kép 10" descr="A képen diagram, vázlat, Műszaki rajz, Tervrajz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820F8E4-942C-5B29-932C-E33AD0D469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7377" y="269557"/>
            <a:ext cx="3101799" cy="631888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19745C17-69BF-2E47-C0A2-7554C8621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211" y="1660720"/>
            <a:ext cx="6205385" cy="2861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34678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6E3975F-341A-4037-8226-51ED45249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A414179-0CF2-3378-F619-A3FE528B5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Tech</a:t>
            </a:r>
            <a:r>
              <a:rPr lang="hu-HU" dirty="0"/>
              <a:t> </a:t>
            </a:r>
            <a:r>
              <a:rPr lang="hu-HU" dirty="0" err="1"/>
              <a:t>stack</a:t>
            </a:r>
            <a:r>
              <a:rPr lang="hu-HU" dirty="0"/>
              <a:t>:</a:t>
            </a:r>
          </a:p>
          <a:p>
            <a:pPr lvl="1"/>
            <a:r>
              <a:rPr lang="hu-HU" dirty="0"/>
              <a:t>Backend: Node.js, Express.js, </a:t>
            </a:r>
            <a:r>
              <a:rPr lang="hu-HU" dirty="0" err="1"/>
              <a:t>MongoDB</a:t>
            </a:r>
            <a:r>
              <a:rPr lang="hu-HU" dirty="0"/>
              <a:t>, JWT</a:t>
            </a:r>
          </a:p>
          <a:p>
            <a:pPr lvl="1"/>
            <a:r>
              <a:rPr lang="hu-HU" dirty="0"/>
              <a:t>Frontend: React.js, </a:t>
            </a:r>
            <a:r>
              <a:rPr lang="hu-HU" dirty="0" err="1"/>
              <a:t>Vite</a:t>
            </a:r>
            <a:r>
              <a:rPr lang="hu-HU" dirty="0"/>
              <a:t>, JSX, CSS3</a:t>
            </a:r>
          </a:p>
          <a:p>
            <a:pPr lvl="1"/>
            <a:r>
              <a:rPr lang="hu-HU" dirty="0"/>
              <a:t>API tesztelés:  </a:t>
            </a:r>
            <a:r>
              <a:rPr lang="hu-HU" dirty="0" err="1"/>
              <a:t>Thunder</a:t>
            </a:r>
            <a:r>
              <a:rPr lang="hu-HU" dirty="0"/>
              <a:t> </a:t>
            </a:r>
            <a:r>
              <a:rPr lang="hu-HU" dirty="0" err="1"/>
              <a:t>client</a:t>
            </a:r>
            <a:r>
              <a:rPr lang="hu-HU" dirty="0"/>
              <a:t>,</a:t>
            </a:r>
          </a:p>
          <a:p>
            <a:pPr lvl="1"/>
            <a:r>
              <a:rPr lang="hu-HU" dirty="0"/>
              <a:t>Kódszerkesztő:  </a:t>
            </a:r>
            <a:r>
              <a:rPr lang="hu-HU" dirty="0" err="1"/>
              <a:t>VSCode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9642476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8D4509A0-D2EA-207B-0C78-28D8E243C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126" y="1450173"/>
            <a:ext cx="10080372" cy="531596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A1E2D64-30E7-AF6E-D31C-64C7F5D01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val="191531812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41A21-F3A4-BEED-4335-B280F0476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93E9C8F1-A86B-86D8-7BF0-C4ADBF9BA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411" y="1444237"/>
            <a:ext cx="10080372" cy="5331723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B244E95-BDC4-8D7E-9410-C71185CE8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val="1608496070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54BA3-C252-6C61-9BFC-DE7EDB567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F4E52981-0A97-79A6-C9A4-5227C7512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411" y="1447641"/>
            <a:ext cx="10080372" cy="534222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7CEF7D3-2587-8E79-1C83-BE4B85DDB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val="3446405935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9D479E-1FE8-51D6-A1FC-8EF788F59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Tesztelés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198433E-9CA4-DD9B-293B-99D84D4D8B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476"/>
          <a:stretch>
            <a:fillRect/>
          </a:stretch>
        </p:blipFill>
        <p:spPr>
          <a:xfrm>
            <a:off x="197618" y="1768510"/>
            <a:ext cx="5898382" cy="252257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197A9F4-A241-EB61-91DE-E7F30AF53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18" y="4431969"/>
            <a:ext cx="5898382" cy="231549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33CF63A-4651-EB0E-1439-6882D81BE8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6337" y="1768510"/>
            <a:ext cx="5898382" cy="153613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E6B3369E-E201-601C-A3FC-3D2604BA1A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6337" y="3493716"/>
            <a:ext cx="5898383" cy="2156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69213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Galéria">
  <a:themeElements>
    <a:clrScheme name="Galéri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éria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éri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79</TotalTime>
  <Words>80</Words>
  <Application>Microsoft Office PowerPoint</Application>
  <PresentationFormat>Szélesvásznú</PresentationFormat>
  <Paragraphs>17</Paragraphs>
  <Slides>10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4" baseType="lpstr">
      <vt:lpstr>Aptos</vt:lpstr>
      <vt:lpstr>Arial</vt:lpstr>
      <vt:lpstr>Gill Sans MT</vt:lpstr>
      <vt:lpstr>Galéria</vt:lpstr>
      <vt:lpstr>Kanban webalkalmazás</vt:lpstr>
      <vt:lpstr>Daróczi Levente - Management</vt:lpstr>
      <vt:lpstr>Daróczi Levente - git</vt:lpstr>
      <vt:lpstr>PowerPoint-bemutató</vt:lpstr>
      <vt:lpstr>Daróczi Levente - dokumentáció</vt:lpstr>
      <vt:lpstr>Daróczi Levente - fejlesztés</vt:lpstr>
      <vt:lpstr>Daróczi Levente - fejlesztés</vt:lpstr>
      <vt:lpstr>Daróczi Levente - fejlesztés</vt:lpstr>
      <vt:lpstr>Daróczi Levente - fejlesztés</vt:lpstr>
      <vt:lpstr>Daróczi Levente - Tesztelés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Daróczi Levente Tibor</dc:creator>
  <cp:lastModifiedBy>Daróczi Levente Tibor</cp:lastModifiedBy>
  <cp:revision>3</cp:revision>
  <dcterms:created xsi:type="dcterms:W3CDTF">2025-11-14T12:07:17Z</dcterms:created>
  <dcterms:modified xsi:type="dcterms:W3CDTF">2025-11-14T13:34:09Z</dcterms:modified>
</cp:coreProperties>
</file>